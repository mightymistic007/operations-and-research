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6"/>
  </p:notesMasterIdLst>
  <p:sldIdLst>
    <p:sldId id="256" r:id="rId2"/>
    <p:sldId id="258" r:id="rId3"/>
    <p:sldId id="290" r:id="rId4"/>
    <p:sldId id="291" r:id="rId5"/>
    <p:sldId id="292" r:id="rId6"/>
    <p:sldId id="293" r:id="rId7"/>
    <p:sldId id="300" r:id="rId8"/>
    <p:sldId id="299" r:id="rId9"/>
    <p:sldId id="301" r:id="rId10"/>
    <p:sldId id="295" r:id="rId11"/>
    <p:sldId id="296" r:id="rId12"/>
    <p:sldId id="298" r:id="rId13"/>
    <p:sldId id="268" r:id="rId14"/>
    <p:sldId id="297" r:id="rId15"/>
  </p:sldIdLst>
  <p:sldSz cx="9144000" cy="5143500" type="screen16x9"/>
  <p:notesSz cx="6858000" cy="9144000"/>
  <p:embeddedFontLst>
    <p:embeddedFont>
      <p:font typeface="Cambria Math" panose="02040503050406030204" pitchFamily="18" charset="0"/>
      <p:regular r:id="rId17"/>
    </p:embeddedFont>
    <p:embeddedFont>
      <p:font typeface="Open Sans" panose="020B0606030504020204" pitchFamily="34" charset="0"/>
      <p:regular r:id="rId18"/>
      <p:bold r:id="rId19"/>
      <p:italic r:id="rId20"/>
      <p:boldItalic r:id="rId21"/>
    </p:embeddedFont>
    <p:embeddedFont>
      <p:font typeface="Oswald" panose="00000500000000000000" pitchFamily="2"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0E9B708-1DF5-4559-B1E6-EEAE423218B8}">
  <a:tblStyle styleId="{30E9B708-1DF5-4559-B1E6-EEAE423218B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FC56D7E-BB51-4A4F-80A7-FD04AD88BE46}"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51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7187a9d989_2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7187a9d989_2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7187a9d989_2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7187a9d989_2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772B1DB0-0511-E1AD-56D9-EFBF9F709AB1}"/>
            </a:ext>
          </a:extLst>
        </p:cNvPr>
        <p:cNvGrpSpPr/>
        <p:nvPr/>
      </p:nvGrpSpPr>
      <p:grpSpPr>
        <a:xfrm>
          <a:off x="0" y="0"/>
          <a:ext cx="0" cy="0"/>
          <a:chOff x="0" y="0"/>
          <a:chExt cx="0" cy="0"/>
        </a:xfrm>
      </p:grpSpPr>
      <p:sp>
        <p:nvSpPr>
          <p:cNvPr id="161" name="Google Shape;161;g7187a9d989_2_229:notes">
            <a:extLst>
              <a:ext uri="{FF2B5EF4-FFF2-40B4-BE49-F238E27FC236}">
                <a16:creationId xmlns:a16="http://schemas.microsoft.com/office/drawing/2014/main" id="{5A7C80A9-2A5B-0B89-A1A1-6DE40B72B7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7187a9d989_2_229:notes">
            <a:extLst>
              <a:ext uri="{FF2B5EF4-FFF2-40B4-BE49-F238E27FC236}">
                <a16:creationId xmlns:a16="http://schemas.microsoft.com/office/drawing/2014/main" id="{92FCFA14-0B7F-9664-F2B9-FCDE61281F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8344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EE88EE74-B4DC-33D1-A665-51659CB45B1F}"/>
            </a:ext>
          </a:extLst>
        </p:cNvPr>
        <p:cNvGrpSpPr/>
        <p:nvPr/>
      </p:nvGrpSpPr>
      <p:grpSpPr>
        <a:xfrm>
          <a:off x="0" y="0"/>
          <a:ext cx="0" cy="0"/>
          <a:chOff x="0" y="0"/>
          <a:chExt cx="0" cy="0"/>
        </a:xfrm>
      </p:grpSpPr>
      <p:sp>
        <p:nvSpPr>
          <p:cNvPr id="161" name="Google Shape;161;g7187a9d989_2_229:notes">
            <a:extLst>
              <a:ext uri="{FF2B5EF4-FFF2-40B4-BE49-F238E27FC236}">
                <a16:creationId xmlns:a16="http://schemas.microsoft.com/office/drawing/2014/main" id="{2BAF3A66-ED4D-3AB2-2BE5-B277DBDC30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7187a9d989_2_229:notes">
            <a:extLst>
              <a:ext uri="{FF2B5EF4-FFF2-40B4-BE49-F238E27FC236}">
                <a16:creationId xmlns:a16="http://schemas.microsoft.com/office/drawing/2014/main" id="{50BCD6C8-E4C7-1209-A228-8B7B78780A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8278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443446F0-B103-9FAF-30CE-ED93F345BD96}"/>
            </a:ext>
          </a:extLst>
        </p:cNvPr>
        <p:cNvGrpSpPr/>
        <p:nvPr/>
      </p:nvGrpSpPr>
      <p:grpSpPr>
        <a:xfrm>
          <a:off x="0" y="0"/>
          <a:ext cx="0" cy="0"/>
          <a:chOff x="0" y="0"/>
          <a:chExt cx="0" cy="0"/>
        </a:xfrm>
      </p:grpSpPr>
      <p:sp>
        <p:nvSpPr>
          <p:cNvPr id="161" name="Google Shape;161;g7187a9d989_2_229:notes">
            <a:extLst>
              <a:ext uri="{FF2B5EF4-FFF2-40B4-BE49-F238E27FC236}">
                <a16:creationId xmlns:a16="http://schemas.microsoft.com/office/drawing/2014/main" id="{85C8D2D6-94BC-D86F-6C8A-A54044F9C6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7187a9d989_2_229:notes">
            <a:extLst>
              <a:ext uri="{FF2B5EF4-FFF2-40B4-BE49-F238E27FC236}">
                <a16:creationId xmlns:a16="http://schemas.microsoft.com/office/drawing/2014/main" id="{F6B2A69A-D29D-C6C4-EE5C-197D95F2F5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38538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BB638500-642F-9B71-538F-FB2139419EB8}"/>
            </a:ext>
          </a:extLst>
        </p:cNvPr>
        <p:cNvGrpSpPr/>
        <p:nvPr/>
      </p:nvGrpSpPr>
      <p:grpSpPr>
        <a:xfrm>
          <a:off x="0" y="0"/>
          <a:ext cx="0" cy="0"/>
          <a:chOff x="0" y="0"/>
          <a:chExt cx="0" cy="0"/>
        </a:xfrm>
      </p:grpSpPr>
      <p:sp>
        <p:nvSpPr>
          <p:cNvPr id="161" name="Google Shape;161;g7187a9d989_2_229:notes">
            <a:extLst>
              <a:ext uri="{FF2B5EF4-FFF2-40B4-BE49-F238E27FC236}">
                <a16:creationId xmlns:a16="http://schemas.microsoft.com/office/drawing/2014/main" id="{038E3D75-1316-AA39-C672-FBA43F295D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7187a9d989_2_229:notes">
            <a:extLst>
              <a:ext uri="{FF2B5EF4-FFF2-40B4-BE49-F238E27FC236}">
                <a16:creationId xmlns:a16="http://schemas.microsoft.com/office/drawing/2014/main" id="{5D6A6828-DA9C-1905-7FC0-3CDF2651ED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1919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F7EB0D54-90D4-2F9F-7D6E-4495A872E7AA}"/>
            </a:ext>
          </a:extLst>
        </p:cNvPr>
        <p:cNvGrpSpPr/>
        <p:nvPr/>
      </p:nvGrpSpPr>
      <p:grpSpPr>
        <a:xfrm>
          <a:off x="0" y="0"/>
          <a:ext cx="0" cy="0"/>
          <a:chOff x="0" y="0"/>
          <a:chExt cx="0" cy="0"/>
        </a:xfrm>
      </p:grpSpPr>
      <p:sp>
        <p:nvSpPr>
          <p:cNvPr id="161" name="Google Shape;161;g7187a9d989_2_229:notes">
            <a:extLst>
              <a:ext uri="{FF2B5EF4-FFF2-40B4-BE49-F238E27FC236}">
                <a16:creationId xmlns:a16="http://schemas.microsoft.com/office/drawing/2014/main" id="{5FE38F34-98D4-7C99-0FD5-BD9F36EBFD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7187a9d989_2_229:notes">
            <a:extLst>
              <a:ext uri="{FF2B5EF4-FFF2-40B4-BE49-F238E27FC236}">
                <a16:creationId xmlns:a16="http://schemas.microsoft.com/office/drawing/2014/main" id="{60FED94F-E2C7-72DC-3FE0-0AFE82934A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4925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4EA3FE93-23ED-B0BF-6D84-BC2E8F12DD21}"/>
            </a:ext>
          </a:extLst>
        </p:cNvPr>
        <p:cNvGrpSpPr/>
        <p:nvPr/>
      </p:nvGrpSpPr>
      <p:grpSpPr>
        <a:xfrm>
          <a:off x="0" y="0"/>
          <a:ext cx="0" cy="0"/>
          <a:chOff x="0" y="0"/>
          <a:chExt cx="0" cy="0"/>
        </a:xfrm>
      </p:grpSpPr>
      <p:sp>
        <p:nvSpPr>
          <p:cNvPr id="161" name="Google Shape;161;g7187a9d989_2_229:notes">
            <a:extLst>
              <a:ext uri="{FF2B5EF4-FFF2-40B4-BE49-F238E27FC236}">
                <a16:creationId xmlns:a16="http://schemas.microsoft.com/office/drawing/2014/main" id="{28074267-F162-994E-0C86-F34B179111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7187a9d989_2_229:notes">
            <a:extLst>
              <a:ext uri="{FF2B5EF4-FFF2-40B4-BE49-F238E27FC236}">
                <a16:creationId xmlns:a16="http://schemas.microsoft.com/office/drawing/2014/main" id="{BDD24EC2-D624-8E2F-2CAA-46AE882B6C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3985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E39B0195-EEE2-3A0D-58A9-9373A0B6E39D}"/>
            </a:ext>
          </a:extLst>
        </p:cNvPr>
        <p:cNvGrpSpPr/>
        <p:nvPr/>
      </p:nvGrpSpPr>
      <p:grpSpPr>
        <a:xfrm>
          <a:off x="0" y="0"/>
          <a:ext cx="0" cy="0"/>
          <a:chOff x="0" y="0"/>
          <a:chExt cx="0" cy="0"/>
        </a:xfrm>
      </p:grpSpPr>
      <p:sp>
        <p:nvSpPr>
          <p:cNvPr id="161" name="Google Shape;161;g7187a9d989_2_229:notes">
            <a:extLst>
              <a:ext uri="{FF2B5EF4-FFF2-40B4-BE49-F238E27FC236}">
                <a16:creationId xmlns:a16="http://schemas.microsoft.com/office/drawing/2014/main" id="{0EBD192F-D0CC-2901-4E0B-117276A090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7187a9d989_2_229:notes">
            <a:extLst>
              <a:ext uri="{FF2B5EF4-FFF2-40B4-BE49-F238E27FC236}">
                <a16:creationId xmlns:a16="http://schemas.microsoft.com/office/drawing/2014/main" id="{63B5E9E8-1247-0C4B-30B4-4378931EA3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88098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7187a9d989_2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7187a9d989_2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C2961BDD-A20C-D209-3D9F-F551BCD14DAC}"/>
            </a:ext>
          </a:extLst>
        </p:cNvPr>
        <p:cNvGrpSpPr/>
        <p:nvPr/>
      </p:nvGrpSpPr>
      <p:grpSpPr>
        <a:xfrm>
          <a:off x="0" y="0"/>
          <a:ext cx="0" cy="0"/>
          <a:chOff x="0" y="0"/>
          <a:chExt cx="0" cy="0"/>
        </a:xfrm>
      </p:grpSpPr>
      <p:sp>
        <p:nvSpPr>
          <p:cNvPr id="302" name="Google Shape;302;g7187a9d989_2_353:notes">
            <a:extLst>
              <a:ext uri="{FF2B5EF4-FFF2-40B4-BE49-F238E27FC236}">
                <a16:creationId xmlns:a16="http://schemas.microsoft.com/office/drawing/2014/main" id="{DBC7A99F-EAFE-B571-041D-BB6C248339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7187a9d989_2_353:notes">
            <a:extLst>
              <a:ext uri="{FF2B5EF4-FFF2-40B4-BE49-F238E27FC236}">
                <a16:creationId xmlns:a16="http://schemas.microsoft.com/office/drawing/2014/main" id="{6E2A1A4D-041C-811B-0F4D-5D20AEAE5B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14881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p:nvPr/>
        </p:nvSpPr>
        <p:spPr>
          <a:xfrm>
            <a:off x="712700" y="2684900"/>
            <a:ext cx="7718400" cy="1495800"/>
          </a:xfrm>
          <a:prstGeom prst="snip2DiagRect">
            <a:avLst>
              <a:gd name="adj1" fmla="val 0"/>
              <a:gd name="adj2"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flipH="1">
            <a:off x="2117875" y="2386875"/>
            <a:ext cx="4908300" cy="2150700"/>
          </a:xfrm>
          <a:prstGeom prst="snip2DiagRect">
            <a:avLst>
              <a:gd name="adj1" fmla="val 0"/>
              <a:gd name="adj2" fmla="val 1666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623175" y="2881338"/>
            <a:ext cx="5897400" cy="922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5500"/>
              <a:buNone/>
              <a:defRPr sz="5500">
                <a:solidFill>
                  <a:schemeClr val="accent1"/>
                </a:solidFill>
              </a:defRPr>
            </a:lvl1pPr>
            <a:lvl2pPr lvl="1" algn="ctr" rtl="0">
              <a:spcBef>
                <a:spcPts val="0"/>
              </a:spcBef>
              <a:spcAft>
                <a:spcPts val="0"/>
              </a:spcAft>
              <a:buClr>
                <a:schemeClr val="accent1"/>
              </a:buClr>
              <a:buSzPts val="5500"/>
              <a:buNone/>
              <a:defRPr sz="5500">
                <a:solidFill>
                  <a:schemeClr val="accent1"/>
                </a:solidFill>
              </a:defRPr>
            </a:lvl2pPr>
            <a:lvl3pPr lvl="2" algn="ctr" rtl="0">
              <a:spcBef>
                <a:spcPts val="0"/>
              </a:spcBef>
              <a:spcAft>
                <a:spcPts val="0"/>
              </a:spcAft>
              <a:buClr>
                <a:schemeClr val="accent1"/>
              </a:buClr>
              <a:buSzPts val="5500"/>
              <a:buNone/>
              <a:defRPr sz="5500">
                <a:solidFill>
                  <a:schemeClr val="accent1"/>
                </a:solidFill>
              </a:defRPr>
            </a:lvl3pPr>
            <a:lvl4pPr lvl="3" algn="ctr" rtl="0">
              <a:spcBef>
                <a:spcPts val="0"/>
              </a:spcBef>
              <a:spcAft>
                <a:spcPts val="0"/>
              </a:spcAft>
              <a:buClr>
                <a:schemeClr val="accent1"/>
              </a:buClr>
              <a:buSzPts val="5500"/>
              <a:buNone/>
              <a:defRPr sz="5500">
                <a:solidFill>
                  <a:schemeClr val="accent1"/>
                </a:solidFill>
              </a:defRPr>
            </a:lvl4pPr>
            <a:lvl5pPr lvl="4" algn="ctr" rtl="0">
              <a:spcBef>
                <a:spcPts val="0"/>
              </a:spcBef>
              <a:spcAft>
                <a:spcPts val="0"/>
              </a:spcAft>
              <a:buClr>
                <a:schemeClr val="accent1"/>
              </a:buClr>
              <a:buSzPts val="5500"/>
              <a:buNone/>
              <a:defRPr sz="5500">
                <a:solidFill>
                  <a:schemeClr val="accent1"/>
                </a:solidFill>
              </a:defRPr>
            </a:lvl5pPr>
            <a:lvl6pPr lvl="5" algn="ctr" rtl="0">
              <a:spcBef>
                <a:spcPts val="0"/>
              </a:spcBef>
              <a:spcAft>
                <a:spcPts val="0"/>
              </a:spcAft>
              <a:buClr>
                <a:schemeClr val="accent1"/>
              </a:buClr>
              <a:buSzPts val="5500"/>
              <a:buNone/>
              <a:defRPr sz="5500">
                <a:solidFill>
                  <a:schemeClr val="accent1"/>
                </a:solidFill>
              </a:defRPr>
            </a:lvl6pPr>
            <a:lvl7pPr lvl="6" algn="ctr" rtl="0">
              <a:spcBef>
                <a:spcPts val="0"/>
              </a:spcBef>
              <a:spcAft>
                <a:spcPts val="0"/>
              </a:spcAft>
              <a:buClr>
                <a:schemeClr val="accent1"/>
              </a:buClr>
              <a:buSzPts val="5500"/>
              <a:buNone/>
              <a:defRPr sz="5500">
                <a:solidFill>
                  <a:schemeClr val="accent1"/>
                </a:solidFill>
              </a:defRPr>
            </a:lvl7pPr>
            <a:lvl8pPr lvl="7" algn="ctr" rtl="0">
              <a:spcBef>
                <a:spcPts val="0"/>
              </a:spcBef>
              <a:spcAft>
                <a:spcPts val="0"/>
              </a:spcAft>
              <a:buClr>
                <a:schemeClr val="accent1"/>
              </a:buClr>
              <a:buSzPts val="5500"/>
              <a:buNone/>
              <a:defRPr sz="5500">
                <a:solidFill>
                  <a:schemeClr val="accent1"/>
                </a:solidFill>
              </a:defRPr>
            </a:lvl8pPr>
            <a:lvl9pPr lvl="8" algn="ctr" rtl="0">
              <a:spcBef>
                <a:spcPts val="0"/>
              </a:spcBef>
              <a:spcAft>
                <a:spcPts val="0"/>
              </a:spcAft>
              <a:buClr>
                <a:schemeClr val="accent1"/>
              </a:buClr>
              <a:buSzPts val="5500"/>
              <a:buNone/>
              <a:defRPr sz="5500">
                <a:solidFill>
                  <a:schemeClr val="accent1"/>
                </a:solidFill>
              </a:defRPr>
            </a:lvl9pPr>
          </a:lstStyle>
          <a:p>
            <a:endParaRPr/>
          </a:p>
        </p:txBody>
      </p:sp>
      <p:sp>
        <p:nvSpPr>
          <p:cNvPr id="12" name="Google Shape;12;p2"/>
          <p:cNvSpPr txBox="1">
            <a:spLocks noGrp="1"/>
          </p:cNvSpPr>
          <p:nvPr>
            <p:ph type="subTitle" idx="1"/>
          </p:nvPr>
        </p:nvSpPr>
        <p:spPr>
          <a:xfrm>
            <a:off x="1623225" y="3597613"/>
            <a:ext cx="5897400" cy="44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991800" y="537875"/>
            <a:ext cx="7160400" cy="479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17" name="Google Shape;17;p4"/>
          <p:cNvSpPr txBox="1">
            <a:spLocks noGrp="1"/>
          </p:cNvSpPr>
          <p:nvPr>
            <p:ph type="body" idx="1"/>
          </p:nvPr>
        </p:nvSpPr>
        <p:spPr>
          <a:xfrm>
            <a:off x="991800" y="1622325"/>
            <a:ext cx="7160400" cy="2983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7"/>
          <p:cNvSpPr txBox="1">
            <a:spLocks noGrp="1"/>
          </p:cNvSpPr>
          <p:nvPr>
            <p:ph type="body" idx="1"/>
          </p:nvPr>
        </p:nvSpPr>
        <p:spPr>
          <a:xfrm>
            <a:off x="991800" y="1426225"/>
            <a:ext cx="35802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28" name="Google Shape;28;p7"/>
          <p:cNvSpPr txBox="1">
            <a:spLocks noGrp="1"/>
          </p:cNvSpPr>
          <p:nvPr>
            <p:ph type="title"/>
          </p:nvPr>
        </p:nvSpPr>
        <p:spPr>
          <a:xfrm>
            <a:off x="991800" y="537875"/>
            <a:ext cx="7160400" cy="479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bg>
      <p:bgPr>
        <a:blipFill>
          <a:blip r:embed="rId2">
            <a:alphaModFix/>
          </a:blip>
          <a:stretch>
            <a:fillRect/>
          </a:stretch>
        </a:blipFill>
        <a:effectLst/>
      </p:bgPr>
    </p:bg>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991800" y="1363650"/>
            <a:ext cx="7160400" cy="241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991800" y="1233175"/>
            <a:ext cx="3580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3" name="Google Shape;33;p9"/>
          <p:cNvSpPr txBox="1">
            <a:spLocks noGrp="1"/>
          </p:cNvSpPr>
          <p:nvPr>
            <p:ph type="subTitle" idx="1"/>
          </p:nvPr>
        </p:nvSpPr>
        <p:spPr>
          <a:xfrm>
            <a:off x="991800" y="2803075"/>
            <a:ext cx="3580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4" name="Google Shape;34;p9"/>
          <p:cNvSpPr txBox="1">
            <a:spLocks noGrp="1"/>
          </p:cNvSpPr>
          <p:nvPr>
            <p:ph type="body" idx="2"/>
          </p:nvPr>
        </p:nvSpPr>
        <p:spPr>
          <a:xfrm>
            <a:off x="4572000" y="724075"/>
            <a:ext cx="3580200" cy="3695100"/>
          </a:xfrm>
          <a:prstGeom prst="rect">
            <a:avLst/>
          </a:prstGeom>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10"/>
          <p:cNvSpPr txBox="1">
            <a:spLocks noGrp="1"/>
          </p:cNvSpPr>
          <p:nvPr>
            <p:ph type="body" idx="1"/>
          </p:nvPr>
        </p:nvSpPr>
        <p:spPr>
          <a:xfrm>
            <a:off x="991800" y="4230575"/>
            <a:ext cx="5318700" cy="375000"/>
          </a:xfrm>
          <a:prstGeom prst="rect">
            <a:avLst/>
          </a:prstGeom>
        </p:spPr>
        <p:txBody>
          <a:bodyPr spcFirstLastPara="1" wrap="square" lIns="91425" tIns="91425" rIns="91425" bIns="91425" anchor="ctr" anchorCtr="0">
            <a:noAutofit/>
          </a:bodyPr>
          <a:lstStyle>
            <a:lvl1pPr marL="457200" lvl="0" indent="-317500" rtl="0">
              <a:lnSpc>
                <a:spcPct val="100000"/>
              </a:lnSpc>
              <a:spcBef>
                <a:spcPts val="0"/>
              </a:spcBef>
              <a:spcAft>
                <a:spcPts val="0"/>
              </a:spcAft>
              <a:buSzPts val="1400"/>
              <a:buChar char="◸"/>
              <a:defRPr/>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11"/>
          <p:cNvSpPr txBox="1">
            <a:spLocks noGrp="1"/>
          </p:cNvSpPr>
          <p:nvPr>
            <p:ph type="title" hasCustomPrompt="1"/>
          </p:nvPr>
        </p:nvSpPr>
        <p:spPr>
          <a:xfrm>
            <a:off x="991800" y="1813550"/>
            <a:ext cx="7160400" cy="1124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9000"/>
              <a:buNone/>
              <a:defRPr sz="9000"/>
            </a:lvl1pPr>
            <a:lvl2pPr lvl="1" algn="ctr" rtl="0">
              <a:lnSpc>
                <a:spcPct val="100000"/>
              </a:lnSpc>
              <a:spcBef>
                <a:spcPts val="0"/>
              </a:spcBef>
              <a:spcAft>
                <a:spcPts val="0"/>
              </a:spcAft>
              <a:buSzPts val="12000"/>
              <a:buNone/>
              <a:defRPr sz="12000"/>
            </a:lvl2pPr>
            <a:lvl3pPr lvl="2" algn="ctr" rtl="0">
              <a:lnSpc>
                <a:spcPct val="100000"/>
              </a:lnSpc>
              <a:spcBef>
                <a:spcPts val="0"/>
              </a:spcBef>
              <a:spcAft>
                <a:spcPts val="0"/>
              </a:spcAft>
              <a:buSzPts val="12000"/>
              <a:buNone/>
              <a:defRPr sz="12000"/>
            </a:lvl3pPr>
            <a:lvl4pPr lvl="3" algn="ctr" rtl="0">
              <a:lnSpc>
                <a:spcPct val="100000"/>
              </a:lnSpc>
              <a:spcBef>
                <a:spcPts val="0"/>
              </a:spcBef>
              <a:spcAft>
                <a:spcPts val="0"/>
              </a:spcAft>
              <a:buSzPts val="12000"/>
              <a:buNone/>
              <a:defRPr sz="12000"/>
            </a:lvl4pPr>
            <a:lvl5pPr lvl="4" algn="ctr" rtl="0">
              <a:lnSpc>
                <a:spcPct val="100000"/>
              </a:lnSpc>
              <a:spcBef>
                <a:spcPts val="0"/>
              </a:spcBef>
              <a:spcAft>
                <a:spcPts val="0"/>
              </a:spcAft>
              <a:buSzPts val="12000"/>
              <a:buNone/>
              <a:defRPr sz="12000"/>
            </a:lvl5pPr>
            <a:lvl6pPr lvl="5" algn="ctr" rtl="0">
              <a:lnSpc>
                <a:spcPct val="100000"/>
              </a:lnSpc>
              <a:spcBef>
                <a:spcPts val="0"/>
              </a:spcBef>
              <a:spcAft>
                <a:spcPts val="0"/>
              </a:spcAft>
              <a:buSzPts val="12000"/>
              <a:buNone/>
              <a:defRPr sz="12000"/>
            </a:lvl6pPr>
            <a:lvl7pPr lvl="6" algn="ctr" rtl="0">
              <a:lnSpc>
                <a:spcPct val="100000"/>
              </a:lnSpc>
              <a:spcBef>
                <a:spcPts val="0"/>
              </a:spcBef>
              <a:spcAft>
                <a:spcPts val="0"/>
              </a:spcAft>
              <a:buSzPts val="12000"/>
              <a:buNone/>
              <a:defRPr sz="12000"/>
            </a:lvl7pPr>
            <a:lvl8pPr lvl="7" algn="ctr" rtl="0">
              <a:lnSpc>
                <a:spcPct val="100000"/>
              </a:lnSpc>
              <a:spcBef>
                <a:spcPts val="0"/>
              </a:spcBef>
              <a:spcAft>
                <a:spcPts val="0"/>
              </a:spcAft>
              <a:buSzPts val="12000"/>
              <a:buNone/>
              <a:defRPr sz="12000"/>
            </a:lvl8pPr>
            <a:lvl9pPr lvl="8" algn="ctr" rtl="0">
              <a:lnSpc>
                <a:spcPct val="100000"/>
              </a:lnSpc>
              <a:spcBef>
                <a:spcPts val="0"/>
              </a:spcBef>
              <a:spcAft>
                <a:spcPts val="0"/>
              </a:spcAft>
              <a:buSzPts val="12000"/>
              <a:buNone/>
              <a:defRPr sz="12000"/>
            </a:lvl9pPr>
          </a:lstStyle>
          <a:p>
            <a:r>
              <a:t>xx%</a:t>
            </a:r>
          </a:p>
        </p:txBody>
      </p:sp>
      <p:sp>
        <p:nvSpPr>
          <p:cNvPr id="39" name="Google Shape;39;p11"/>
          <p:cNvSpPr txBox="1">
            <a:spLocks noGrp="1"/>
          </p:cNvSpPr>
          <p:nvPr>
            <p:ph type="body" idx="1"/>
          </p:nvPr>
        </p:nvSpPr>
        <p:spPr>
          <a:xfrm>
            <a:off x="991800" y="3152225"/>
            <a:ext cx="7160400" cy="13008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BLANK_1">
    <p:bg>
      <p:bgPr>
        <a:blipFill>
          <a:blip r:embed="rId2">
            <a:alphaModFix/>
          </a:blip>
          <a:stretch>
            <a:fillRect/>
          </a:stretch>
        </a:blipFill>
        <a:effectLst/>
      </p:bgPr>
    </p:bg>
    <p:spTree>
      <p:nvGrpSpPr>
        <p:cNvPr id="1" name="Shape 41"/>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Four columns">
  <p:cSld name="CUSTOM">
    <p:bg>
      <p:bgPr>
        <a:blipFill>
          <a:blip r:embed="rId2">
            <a:alphaModFix/>
          </a:blip>
          <a:stretch>
            <a:fillRect/>
          </a:stretch>
        </a:blipFill>
        <a:effectLst/>
      </p:bgPr>
    </p:bg>
    <p:spTree>
      <p:nvGrpSpPr>
        <p:cNvPr id="1" name="Shape 42"/>
        <p:cNvGrpSpPr/>
        <p:nvPr/>
      </p:nvGrpSpPr>
      <p:grpSpPr>
        <a:xfrm>
          <a:off x="0" y="0"/>
          <a:ext cx="0" cy="0"/>
          <a:chOff x="0" y="0"/>
          <a:chExt cx="0" cy="0"/>
        </a:xfrm>
      </p:grpSpPr>
      <p:sp>
        <p:nvSpPr>
          <p:cNvPr id="43" name="Google Shape;43;p14"/>
          <p:cNvSpPr txBox="1">
            <a:spLocks noGrp="1"/>
          </p:cNvSpPr>
          <p:nvPr>
            <p:ph type="title" hasCustomPrompt="1"/>
          </p:nvPr>
        </p:nvSpPr>
        <p:spPr>
          <a:xfrm>
            <a:off x="1738125" y="794325"/>
            <a:ext cx="2422500" cy="795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500"/>
              <a:buNone/>
              <a:defRPr sz="5500">
                <a:solidFill>
                  <a:schemeClr val="accent1"/>
                </a:solidFill>
              </a:defRPr>
            </a:lvl1pPr>
            <a:lvl2pPr lvl="1" algn="ctr" rtl="0">
              <a:spcBef>
                <a:spcPts val="0"/>
              </a:spcBef>
              <a:spcAft>
                <a:spcPts val="0"/>
              </a:spcAft>
              <a:buClr>
                <a:schemeClr val="accent1"/>
              </a:buClr>
              <a:buSzPts val="5500"/>
              <a:buNone/>
              <a:defRPr sz="5500">
                <a:solidFill>
                  <a:schemeClr val="accent1"/>
                </a:solidFill>
              </a:defRPr>
            </a:lvl2pPr>
            <a:lvl3pPr lvl="2" algn="ctr" rtl="0">
              <a:spcBef>
                <a:spcPts val="0"/>
              </a:spcBef>
              <a:spcAft>
                <a:spcPts val="0"/>
              </a:spcAft>
              <a:buClr>
                <a:schemeClr val="accent1"/>
              </a:buClr>
              <a:buSzPts val="5500"/>
              <a:buNone/>
              <a:defRPr sz="5500">
                <a:solidFill>
                  <a:schemeClr val="accent1"/>
                </a:solidFill>
              </a:defRPr>
            </a:lvl3pPr>
            <a:lvl4pPr lvl="3" algn="ctr" rtl="0">
              <a:spcBef>
                <a:spcPts val="0"/>
              </a:spcBef>
              <a:spcAft>
                <a:spcPts val="0"/>
              </a:spcAft>
              <a:buClr>
                <a:schemeClr val="accent1"/>
              </a:buClr>
              <a:buSzPts val="5500"/>
              <a:buNone/>
              <a:defRPr sz="5500">
                <a:solidFill>
                  <a:schemeClr val="accent1"/>
                </a:solidFill>
              </a:defRPr>
            </a:lvl4pPr>
            <a:lvl5pPr lvl="4" algn="ctr" rtl="0">
              <a:spcBef>
                <a:spcPts val="0"/>
              </a:spcBef>
              <a:spcAft>
                <a:spcPts val="0"/>
              </a:spcAft>
              <a:buClr>
                <a:schemeClr val="accent1"/>
              </a:buClr>
              <a:buSzPts val="5500"/>
              <a:buNone/>
              <a:defRPr sz="5500">
                <a:solidFill>
                  <a:schemeClr val="accent1"/>
                </a:solidFill>
              </a:defRPr>
            </a:lvl5pPr>
            <a:lvl6pPr lvl="5" algn="ctr" rtl="0">
              <a:spcBef>
                <a:spcPts val="0"/>
              </a:spcBef>
              <a:spcAft>
                <a:spcPts val="0"/>
              </a:spcAft>
              <a:buClr>
                <a:schemeClr val="accent1"/>
              </a:buClr>
              <a:buSzPts val="5500"/>
              <a:buNone/>
              <a:defRPr sz="5500">
                <a:solidFill>
                  <a:schemeClr val="accent1"/>
                </a:solidFill>
              </a:defRPr>
            </a:lvl6pPr>
            <a:lvl7pPr lvl="6" algn="ctr" rtl="0">
              <a:spcBef>
                <a:spcPts val="0"/>
              </a:spcBef>
              <a:spcAft>
                <a:spcPts val="0"/>
              </a:spcAft>
              <a:buClr>
                <a:schemeClr val="accent1"/>
              </a:buClr>
              <a:buSzPts val="5500"/>
              <a:buNone/>
              <a:defRPr sz="5500">
                <a:solidFill>
                  <a:schemeClr val="accent1"/>
                </a:solidFill>
              </a:defRPr>
            </a:lvl7pPr>
            <a:lvl8pPr lvl="7" algn="ctr" rtl="0">
              <a:spcBef>
                <a:spcPts val="0"/>
              </a:spcBef>
              <a:spcAft>
                <a:spcPts val="0"/>
              </a:spcAft>
              <a:buClr>
                <a:schemeClr val="accent1"/>
              </a:buClr>
              <a:buSzPts val="5500"/>
              <a:buNone/>
              <a:defRPr sz="5500">
                <a:solidFill>
                  <a:schemeClr val="accent1"/>
                </a:solidFill>
              </a:defRPr>
            </a:lvl8pPr>
            <a:lvl9pPr lvl="8" algn="ctr" rtl="0">
              <a:spcBef>
                <a:spcPts val="0"/>
              </a:spcBef>
              <a:spcAft>
                <a:spcPts val="0"/>
              </a:spcAft>
              <a:buClr>
                <a:schemeClr val="accent1"/>
              </a:buClr>
              <a:buSzPts val="5500"/>
              <a:buNone/>
              <a:defRPr sz="5500">
                <a:solidFill>
                  <a:schemeClr val="accent1"/>
                </a:solidFill>
              </a:defRPr>
            </a:lvl9pPr>
          </a:lstStyle>
          <a:p>
            <a:r>
              <a:t>xx%</a:t>
            </a:r>
          </a:p>
        </p:txBody>
      </p:sp>
      <p:sp>
        <p:nvSpPr>
          <p:cNvPr id="44" name="Google Shape;44;p14"/>
          <p:cNvSpPr txBox="1">
            <a:spLocks noGrp="1"/>
          </p:cNvSpPr>
          <p:nvPr>
            <p:ph type="subTitle" idx="1"/>
          </p:nvPr>
        </p:nvSpPr>
        <p:spPr>
          <a:xfrm>
            <a:off x="1412625" y="1671150"/>
            <a:ext cx="3073500" cy="3216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600" b="1">
                <a:latin typeface="Oswald"/>
                <a:ea typeface="Oswald"/>
                <a:cs typeface="Oswald"/>
                <a:sym typeface="Oswald"/>
              </a:defRPr>
            </a:lvl1pPr>
            <a:lvl2pPr lvl="1" algn="ctr" rtl="0">
              <a:spcBef>
                <a:spcPts val="0"/>
              </a:spcBef>
              <a:spcAft>
                <a:spcPts val="0"/>
              </a:spcAft>
              <a:buNone/>
              <a:defRPr sz="1600" b="1">
                <a:latin typeface="Oswald"/>
                <a:ea typeface="Oswald"/>
                <a:cs typeface="Oswald"/>
                <a:sym typeface="Oswald"/>
              </a:defRPr>
            </a:lvl2pPr>
            <a:lvl3pPr lvl="2" algn="ctr" rtl="0">
              <a:spcBef>
                <a:spcPts val="0"/>
              </a:spcBef>
              <a:spcAft>
                <a:spcPts val="0"/>
              </a:spcAft>
              <a:buNone/>
              <a:defRPr sz="1600" b="1">
                <a:latin typeface="Oswald"/>
                <a:ea typeface="Oswald"/>
                <a:cs typeface="Oswald"/>
                <a:sym typeface="Oswald"/>
              </a:defRPr>
            </a:lvl3pPr>
            <a:lvl4pPr lvl="3" algn="ctr" rtl="0">
              <a:spcBef>
                <a:spcPts val="0"/>
              </a:spcBef>
              <a:spcAft>
                <a:spcPts val="0"/>
              </a:spcAft>
              <a:buNone/>
              <a:defRPr sz="1600" b="1">
                <a:latin typeface="Oswald"/>
                <a:ea typeface="Oswald"/>
                <a:cs typeface="Oswald"/>
                <a:sym typeface="Oswald"/>
              </a:defRPr>
            </a:lvl4pPr>
            <a:lvl5pPr lvl="4" algn="ctr" rtl="0">
              <a:spcBef>
                <a:spcPts val="0"/>
              </a:spcBef>
              <a:spcAft>
                <a:spcPts val="0"/>
              </a:spcAft>
              <a:buNone/>
              <a:defRPr sz="1600" b="1">
                <a:latin typeface="Oswald"/>
                <a:ea typeface="Oswald"/>
                <a:cs typeface="Oswald"/>
                <a:sym typeface="Oswald"/>
              </a:defRPr>
            </a:lvl5pPr>
            <a:lvl6pPr lvl="5" algn="ctr" rtl="0">
              <a:spcBef>
                <a:spcPts val="0"/>
              </a:spcBef>
              <a:spcAft>
                <a:spcPts val="0"/>
              </a:spcAft>
              <a:buNone/>
              <a:defRPr sz="1600" b="1">
                <a:latin typeface="Oswald"/>
                <a:ea typeface="Oswald"/>
                <a:cs typeface="Oswald"/>
                <a:sym typeface="Oswald"/>
              </a:defRPr>
            </a:lvl6pPr>
            <a:lvl7pPr lvl="6" algn="ctr" rtl="0">
              <a:spcBef>
                <a:spcPts val="0"/>
              </a:spcBef>
              <a:spcAft>
                <a:spcPts val="0"/>
              </a:spcAft>
              <a:buNone/>
              <a:defRPr sz="1600" b="1">
                <a:latin typeface="Oswald"/>
                <a:ea typeface="Oswald"/>
                <a:cs typeface="Oswald"/>
                <a:sym typeface="Oswald"/>
              </a:defRPr>
            </a:lvl7pPr>
            <a:lvl8pPr lvl="7" algn="ctr" rtl="0">
              <a:spcBef>
                <a:spcPts val="0"/>
              </a:spcBef>
              <a:spcAft>
                <a:spcPts val="0"/>
              </a:spcAft>
              <a:buNone/>
              <a:defRPr sz="1600" b="1">
                <a:latin typeface="Oswald"/>
                <a:ea typeface="Oswald"/>
                <a:cs typeface="Oswald"/>
                <a:sym typeface="Oswald"/>
              </a:defRPr>
            </a:lvl8pPr>
            <a:lvl9pPr lvl="8" algn="ctr" rtl="0">
              <a:spcBef>
                <a:spcPts val="0"/>
              </a:spcBef>
              <a:spcAft>
                <a:spcPts val="0"/>
              </a:spcAft>
              <a:buNone/>
              <a:defRPr sz="1600" b="1">
                <a:latin typeface="Oswald"/>
                <a:ea typeface="Oswald"/>
                <a:cs typeface="Oswald"/>
                <a:sym typeface="Oswald"/>
              </a:defRPr>
            </a:lvl9pPr>
          </a:lstStyle>
          <a:p>
            <a:endParaRPr/>
          </a:p>
        </p:txBody>
      </p:sp>
      <p:sp>
        <p:nvSpPr>
          <p:cNvPr id="45" name="Google Shape;45;p14"/>
          <p:cNvSpPr txBox="1">
            <a:spLocks noGrp="1"/>
          </p:cNvSpPr>
          <p:nvPr>
            <p:ph type="subTitle" idx="2"/>
          </p:nvPr>
        </p:nvSpPr>
        <p:spPr>
          <a:xfrm>
            <a:off x="1910625" y="1992875"/>
            <a:ext cx="2077500" cy="491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46" name="Google Shape;46;p14"/>
          <p:cNvSpPr txBox="1">
            <a:spLocks noGrp="1"/>
          </p:cNvSpPr>
          <p:nvPr>
            <p:ph type="title" idx="3" hasCustomPrompt="1"/>
          </p:nvPr>
        </p:nvSpPr>
        <p:spPr>
          <a:xfrm>
            <a:off x="4983350" y="794325"/>
            <a:ext cx="2422500" cy="795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500"/>
              <a:buNone/>
              <a:defRPr sz="5500">
                <a:solidFill>
                  <a:schemeClr val="accent1"/>
                </a:solidFill>
              </a:defRPr>
            </a:lvl1pPr>
            <a:lvl2pPr lvl="1" algn="ctr" rtl="0">
              <a:spcBef>
                <a:spcPts val="0"/>
              </a:spcBef>
              <a:spcAft>
                <a:spcPts val="0"/>
              </a:spcAft>
              <a:buClr>
                <a:schemeClr val="accent1"/>
              </a:buClr>
              <a:buSzPts val="5500"/>
              <a:buNone/>
              <a:defRPr sz="5500">
                <a:solidFill>
                  <a:schemeClr val="accent1"/>
                </a:solidFill>
              </a:defRPr>
            </a:lvl2pPr>
            <a:lvl3pPr lvl="2" algn="ctr" rtl="0">
              <a:spcBef>
                <a:spcPts val="0"/>
              </a:spcBef>
              <a:spcAft>
                <a:spcPts val="0"/>
              </a:spcAft>
              <a:buClr>
                <a:schemeClr val="accent1"/>
              </a:buClr>
              <a:buSzPts val="5500"/>
              <a:buNone/>
              <a:defRPr sz="5500">
                <a:solidFill>
                  <a:schemeClr val="accent1"/>
                </a:solidFill>
              </a:defRPr>
            </a:lvl3pPr>
            <a:lvl4pPr lvl="3" algn="ctr" rtl="0">
              <a:spcBef>
                <a:spcPts val="0"/>
              </a:spcBef>
              <a:spcAft>
                <a:spcPts val="0"/>
              </a:spcAft>
              <a:buClr>
                <a:schemeClr val="accent1"/>
              </a:buClr>
              <a:buSzPts val="5500"/>
              <a:buNone/>
              <a:defRPr sz="5500">
                <a:solidFill>
                  <a:schemeClr val="accent1"/>
                </a:solidFill>
              </a:defRPr>
            </a:lvl4pPr>
            <a:lvl5pPr lvl="4" algn="ctr" rtl="0">
              <a:spcBef>
                <a:spcPts val="0"/>
              </a:spcBef>
              <a:spcAft>
                <a:spcPts val="0"/>
              </a:spcAft>
              <a:buClr>
                <a:schemeClr val="accent1"/>
              </a:buClr>
              <a:buSzPts val="5500"/>
              <a:buNone/>
              <a:defRPr sz="5500">
                <a:solidFill>
                  <a:schemeClr val="accent1"/>
                </a:solidFill>
              </a:defRPr>
            </a:lvl5pPr>
            <a:lvl6pPr lvl="5" algn="ctr" rtl="0">
              <a:spcBef>
                <a:spcPts val="0"/>
              </a:spcBef>
              <a:spcAft>
                <a:spcPts val="0"/>
              </a:spcAft>
              <a:buClr>
                <a:schemeClr val="accent1"/>
              </a:buClr>
              <a:buSzPts val="5500"/>
              <a:buNone/>
              <a:defRPr sz="5500">
                <a:solidFill>
                  <a:schemeClr val="accent1"/>
                </a:solidFill>
              </a:defRPr>
            </a:lvl6pPr>
            <a:lvl7pPr lvl="6" algn="ctr" rtl="0">
              <a:spcBef>
                <a:spcPts val="0"/>
              </a:spcBef>
              <a:spcAft>
                <a:spcPts val="0"/>
              </a:spcAft>
              <a:buClr>
                <a:schemeClr val="accent1"/>
              </a:buClr>
              <a:buSzPts val="5500"/>
              <a:buNone/>
              <a:defRPr sz="5500">
                <a:solidFill>
                  <a:schemeClr val="accent1"/>
                </a:solidFill>
              </a:defRPr>
            </a:lvl7pPr>
            <a:lvl8pPr lvl="7" algn="ctr" rtl="0">
              <a:spcBef>
                <a:spcPts val="0"/>
              </a:spcBef>
              <a:spcAft>
                <a:spcPts val="0"/>
              </a:spcAft>
              <a:buClr>
                <a:schemeClr val="accent1"/>
              </a:buClr>
              <a:buSzPts val="5500"/>
              <a:buNone/>
              <a:defRPr sz="5500">
                <a:solidFill>
                  <a:schemeClr val="accent1"/>
                </a:solidFill>
              </a:defRPr>
            </a:lvl8pPr>
            <a:lvl9pPr lvl="8" algn="ctr" rtl="0">
              <a:spcBef>
                <a:spcPts val="0"/>
              </a:spcBef>
              <a:spcAft>
                <a:spcPts val="0"/>
              </a:spcAft>
              <a:buClr>
                <a:schemeClr val="accent1"/>
              </a:buClr>
              <a:buSzPts val="5500"/>
              <a:buNone/>
              <a:defRPr sz="5500">
                <a:solidFill>
                  <a:schemeClr val="accent1"/>
                </a:solidFill>
              </a:defRPr>
            </a:lvl9pPr>
          </a:lstStyle>
          <a:p>
            <a:r>
              <a:t>xx%</a:t>
            </a:r>
          </a:p>
        </p:txBody>
      </p:sp>
      <p:sp>
        <p:nvSpPr>
          <p:cNvPr id="47" name="Google Shape;47;p14"/>
          <p:cNvSpPr txBox="1">
            <a:spLocks noGrp="1"/>
          </p:cNvSpPr>
          <p:nvPr>
            <p:ph type="subTitle" idx="4"/>
          </p:nvPr>
        </p:nvSpPr>
        <p:spPr>
          <a:xfrm>
            <a:off x="4657850" y="1671150"/>
            <a:ext cx="3073500" cy="3216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600" b="1">
                <a:latin typeface="Oswald"/>
                <a:ea typeface="Oswald"/>
                <a:cs typeface="Oswald"/>
                <a:sym typeface="Oswald"/>
              </a:defRPr>
            </a:lvl1pPr>
            <a:lvl2pPr lvl="1" algn="ctr" rtl="0">
              <a:spcBef>
                <a:spcPts val="0"/>
              </a:spcBef>
              <a:spcAft>
                <a:spcPts val="0"/>
              </a:spcAft>
              <a:buNone/>
              <a:defRPr sz="1600" b="1">
                <a:latin typeface="Oswald"/>
                <a:ea typeface="Oswald"/>
                <a:cs typeface="Oswald"/>
                <a:sym typeface="Oswald"/>
              </a:defRPr>
            </a:lvl2pPr>
            <a:lvl3pPr lvl="2" algn="ctr" rtl="0">
              <a:spcBef>
                <a:spcPts val="0"/>
              </a:spcBef>
              <a:spcAft>
                <a:spcPts val="0"/>
              </a:spcAft>
              <a:buNone/>
              <a:defRPr sz="1600" b="1">
                <a:latin typeface="Oswald"/>
                <a:ea typeface="Oswald"/>
                <a:cs typeface="Oswald"/>
                <a:sym typeface="Oswald"/>
              </a:defRPr>
            </a:lvl3pPr>
            <a:lvl4pPr lvl="3" algn="ctr" rtl="0">
              <a:spcBef>
                <a:spcPts val="0"/>
              </a:spcBef>
              <a:spcAft>
                <a:spcPts val="0"/>
              </a:spcAft>
              <a:buNone/>
              <a:defRPr sz="1600" b="1">
                <a:latin typeface="Oswald"/>
                <a:ea typeface="Oswald"/>
                <a:cs typeface="Oswald"/>
                <a:sym typeface="Oswald"/>
              </a:defRPr>
            </a:lvl4pPr>
            <a:lvl5pPr lvl="4" algn="ctr" rtl="0">
              <a:spcBef>
                <a:spcPts val="0"/>
              </a:spcBef>
              <a:spcAft>
                <a:spcPts val="0"/>
              </a:spcAft>
              <a:buNone/>
              <a:defRPr sz="1600" b="1">
                <a:latin typeface="Oswald"/>
                <a:ea typeface="Oswald"/>
                <a:cs typeface="Oswald"/>
                <a:sym typeface="Oswald"/>
              </a:defRPr>
            </a:lvl5pPr>
            <a:lvl6pPr lvl="5" algn="ctr" rtl="0">
              <a:spcBef>
                <a:spcPts val="0"/>
              </a:spcBef>
              <a:spcAft>
                <a:spcPts val="0"/>
              </a:spcAft>
              <a:buNone/>
              <a:defRPr sz="1600" b="1">
                <a:latin typeface="Oswald"/>
                <a:ea typeface="Oswald"/>
                <a:cs typeface="Oswald"/>
                <a:sym typeface="Oswald"/>
              </a:defRPr>
            </a:lvl6pPr>
            <a:lvl7pPr lvl="6" algn="ctr" rtl="0">
              <a:spcBef>
                <a:spcPts val="0"/>
              </a:spcBef>
              <a:spcAft>
                <a:spcPts val="0"/>
              </a:spcAft>
              <a:buNone/>
              <a:defRPr sz="1600" b="1">
                <a:latin typeface="Oswald"/>
                <a:ea typeface="Oswald"/>
                <a:cs typeface="Oswald"/>
                <a:sym typeface="Oswald"/>
              </a:defRPr>
            </a:lvl7pPr>
            <a:lvl8pPr lvl="7" algn="ctr" rtl="0">
              <a:spcBef>
                <a:spcPts val="0"/>
              </a:spcBef>
              <a:spcAft>
                <a:spcPts val="0"/>
              </a:spcAft>
              <a:buNone/>
              <a:defRPr sz="1600" b="1">
                <a:latin typeface="Oswald"/>
                <a:ea typeface="Oswald"/>
                <a:cs typeface="Oswald"/>
                <a:sym typeface="Oswald"/>
              </a:defRPr>
            </a:lvl8pPr>
            <a:lvl9pPr lvl="8" algn="ctr" rtl="0">
              <a:spcBef>
                <a:spcPts val="0"/>
              </a:spcBef>
              <a:spcAft>
                <a:spcPts val="0"/>
              </a:spcAft>
              <a:buNone/>
              <a:defRPr sz="1600" b="1">
                <a:latin typeface="Oswald"/>
                <a:ea typeface="Oswald"/>
                <a:cs typeface="Oswald"/>
                <a:sym typeface="Oswald"/>
              </a:defRPr>
            </a:lvl9pPr>
          </a:lstStyle>
          <a:p>
            <a:endParaRPr/>
          </a:p>
        </p:txBody>
      </p:sp>
      <p:sp>
        <p:nvSpPr>
          <p:cNvPr id="48" name="Google Shape;48;p14"/>
          <p:cNvSpPr txBox="1">
            <a:spLocks noGrp="1"/>
          </p:cNvSpPr>
          <p:nvPr>
            <p:ph type="subTitle" idx="5"/>
          </p:nvPr>
        </p:nvSpPr>
        <p:spPr>
          <a:xfrm>
            <a:off x="5155850" y="1992875"/>
            <a:ext cx="2077500" cy="491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49" name="Google Shape;49;p14"/>
          <p:cNvSpPr txBox="1">
            <a:spLocks noGrp="1"/>
          </p:cNvSpPr>
          <p:nvPr>
            <p:ph type="title" idx="6" hasCustomPrompt="1"/>
          </p:nvPr>
        </p:nvSpPr>
        <p:spPr>
          <a:xfrm>
            <a:off x="1738125" y="2658925"/>
            <a:ext cx="2422500" cy="795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500"/>
              <a:buNone/>
              <a:defRPr sz="5500">
                <a:solidFill>
                  <a:schemeClr val="accent1"/>
                </a:solidFill>
              </a:defRPr>
            </a:lvl1pPr>
            <a:lvl2pPr lvl="1" algn="ctr" rtl="0">
              <a:spcBef>
                <a:spcPts val="0"/>
              </a:spcBef>
              <a:spcAft>
                <a:spcPts val="0"/>
              </a:spcAft>
              <a:buClr>
                <a:schemeClr val="accent1"/>
              </a:buClr>
              <a:buSzPts val="5500"/>
              <a:buNone/>
              <a:defRPr sz="5500">
                <a:solidFill>
                  <a:schemeClr val="accent1"/>
                </a:solidFill>
              </a:defRPr>
            </a:lvl2pPr>
            <a:lvl3pPr lvl="2" algn="ctr" rtl="0">
              <a:spcBef>
                <a:spcPts val="0"/>
              </a:spcBef>
              <a:spcAft>
                <a:spcPts val="0"/>
              </a:spcAft>
              <a:buClr>
                <a:schemeClr val="accent1"/>
              </a:buClr>
              <a:buSzPts val="5500"/>
              <a:buNone/>
              <a:defRPr sz="5500">
                <a:solidFill>
                  <a:schemeClr val="accent1"/>
                </a:solidFill>
              </a:defRPr>
            </a:lvl3pPr>
            <a:lvl4pPr lvl="3" algn="ctr" rtl="0">
              <a:spcBef>
                <a:spcPts val="0"/>
              </a:spcBef>
              <a:spcAft>
                <a:spcPts val="0"/>
              </a:spcAft>
              <a:buClr>
                <a:schemeClr val="accent1"/>
              </a:buClr>
              <a:buSzPts val="5500"/>
              <a:buNone/>
              <a:defRPr sz="5500">
                <a:solidFill>
                  <a:schemeClr val="accent1"/>
                </a:solidFill>
              </a:defRPr>
            </a:lvl4pPr>
            <a:lvl5pPr lvl="4" algn="ctr" rtl="0">
              <a:spcBef>
                <a:spcPts val="0"/>
              </a:spcBef>
              <a:spcAft>
                <a:spcPts val="0"/>
              </a:spcAft>
              <a:buClr>
                <a:schemeClr val="accent1"/>
              </a:buClr>
              <a:buSzPts val="5500"/>
              <a:buNone/>
              <a:defRPr sz="5500">
                <a:solidFill>
                  <a:schemeClr val="accent1"/>
                </a:solidFill>
              </a:defRPr>
            </a:lvl5pPr>
            <a:lvl6pPr lvl="5" algn="ctr" rtl="0">
              <a:spcBef>
                <a:spcPts val="0"/>
              </a:spcBef>
              <a:spcAft>
                <a:spcPts val="0"/>
              </a:spcAft>
              <a:buClr>
                <a:schemeClr val="accent1"/>
              </a:buClr>
              <a:buSzPts val="5500"/>
              <a:buNone/>
              <a:defRPr sz="5500">
                <a:solidFill>
                  <a:schemeClr val="accent1"/>
                </a:solidFill>
              </a:defRPr>
            </a:lvl6pPr>
            <a:lvl7pPr lvl="6" algn="ctr" rtl="0">
              <a:spcBef>
                <a:spcPts val="0"/>
              </a:spcBef>
              <a:spcAft>
                <a:spcPts val="0"/>
              </a:spcAft>
              <a:buClr>
                <a:schemeClr val="accent1"/>
              </a:buClr>
              <a:buSzPts val="5500"/>
              <a:buNone/>
              <a:defRPr sz="5500">
                <a:solidFill>
                  <a:schemeClr val="accent1"/>
                </a:solidFill>
              </a:defRPr>
            </a:lvl7pPr>
            <a:lvl8pPr lvl="7" algn="ctr" rtl="0">
              <a:spcBef>
                <a:spcPts val="0"/>
              </a:spcBef>
              <a:spcAft>
                <a:spcPts val="0"/>
              </a:spcAft>
              <a:buClr>
                <a:schemeClr val="accent1"/>
              </a:buClr>
              <a:buSzPts val="5500"/>
              <a:buNone/>
              <a:defRPr sz="5500">
                <a:solidFill>
                  <a:schemeClr val="accent1"/>
                </a:solidFill>
              </a:defRPr>
            </a:lvl8pPr>
            <a:lvl9pPr lvl="8" algn="ctr" rtl="0">
              <a:spcBef>
                <a:spcPts val="0"/>
              </a:spcBef>
              <a:spcAft>
                <a:spcPts val="0"/>
              </a:spcAft>
              <a:buClr>
                <a:schemeClr val="accent1"/>
              </a:buClr>
              <a:buSzPts val="5500"/>
              <a:buNone/>
              <a:defRPr sz="5500">
                <a:solidFill>
                  <a:schemeClr val="accent1"/>
                </a:solidFill>
              </a:defRPr>
            </a:lvl9pPr>
          </a:lstStyle>
          <a:p>
            <a:r>
              <a:t>xx%</a:t>
            </a:r>
          </a:p>
        </p:txBody>
      </p:sp>
      <p:sp>
        <p:nvSpPr>
          <p:cNvPr id="50" name="Google Shape;50;p14"/>
          <p:cNvSpPr txBox="1">
            <a:spLocks noGrp="1"/>
          </p:cNvSpPr>
          <p:nvPr>
            <p:ph type="subTitle" idx="7"/>
          </p:nvPr>
        </p:nvSpPr>
        <p:spPr>
          <a:xfrm>
            <a:off x="1412625" y="3535750"/>
            <a:ext cx="3073500" cy="3216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600" b="1">
                <a:latin typeface="Oswald"/>
                <a:ea typeface="Oswald"/>
                <a:cs typeface="Oswald"/>
                <a:sym typeface="Oswald"/>
              </a:defRPr>
            </a:lvl1pPr>
            <a:lvl2pPr lvl="1" algn="ctr" rtl="0">
              <a:spcBef>
                <a:spcPts val="0"/>
              </a:spcBef>
              <a:spcAft>
                <a:spcPts val="0"/>
              </a:spcAft>
              <a:buNone/>
              <a:defRPr sz="1600" b="1">
                <a:latin typeface="Oswald"/>
                <a:ea typeface="Oswald"/>
                <a:cs typeface="Oswald"/>
                <a:sym typeface="Oswald"/>
              </a:defRPr>
            </a:lvl2pPr>
            <a:lvl3pPr lvl="2" algn="ctr" rtl="0">
              <a:spcBef>
                <a:spcPts val="0"/>
              </a:spcBef>
              <a:spcAft>
                <a:spcPts val="0"/>
              </a:spcAft>
              <a:buNone/>
              <a:defRPr sz="1600" b="1">
                <a:latin typeface="Oswald"/>
                <a:ea typeface="Oswald"/>
                <a:cs typeface="Oswald"/>
                <a:sym typeface="Oswald"/>
              </a:defRPr>
            </a:lvl3pPr>
            <a:lvl4pPr lvl="3" algn="ctr" rtl="0">
              <a:spcBef>
                <a:spcPts val="0"/>
              </a:spcBef>
              <a:spcAft>
                <a:spcPts val="0"/>
              </a:spcAft>
              <a:buNone/>
              <a:defRPr sz="1600" b="1">
                <a:latin typeface="Oswald"/>
                <a:ea typeface="Oswald"/>
                <a:cs typeface="Oswald"/>
                <a:sym typeface="Oswald"/>
              </a:defRPr>
            </a:lvl4pPr>
            <a:lvl5pPr lvl="4" algn="ctr" rtl="0">
              <a:spcBef>
                <a:spcPts val="0"/>
              </a:spcBef>
              <a:spcAft>
                <a:spcPts val="0"/>
              </a:spcAft>
              <a:buNone/>
              <a:defRPr sz="1600" b="1">
                <a:latin typeface="Oswald"/>
                <a:ea typeface="Oswald"/>
                <a:cs typeface="Oswald"/>
                <a:sym typeface="Oswald"/>
              </a:defRPr>
            </a:lvl5pPr>
            <a:lvl6pPr lvl="5" algn="ctr" rtl="0">
              <a:spcBef>
                <a:spcPts val="0"/>
              </a:spcBef>
              <a:spcAft>
                <a:spcPts val="0"/>
              </a:spcAft>
              <a:buNone/>
              <a:defRPr sz="1600" b="1">
                <a:latin typeface="Oswald"/>
                <a:ea typeface="Oswald"/>
                <a:cs typeface="Oswald"/>
                <a:sym typeface="Oswald"/>
              </a:defRPr>
            </a:lvl6pPr>
            <a:lvl7pPr lvl="6" algn="ctr" rtl="0">
              <a:spcBef>
                <a:spcPts val="0"/>
              </a:spcBef>
              <a:spcAft>
                <a:spcPts val="0"/>
              </a:spcAft>
              <a:buNone/>
              <a:defRPr sz="1600" b="1">
                <a:latin typeface="Oswald"/>
                <a:ea typeface="Oswald"/>
                <a:cs typeface="Oswald"/>
                <a:sym typeface="Oswald"/>
              </a:defRPr>
            </a:lvl7pPr>
            <a:lvl8pPr lvl="7" algn="ctr" rtl="0">
              <a:spcBef>
                <a:spcPts val="0"/>
              </a:spcBef>
              <a:spcAft>
                <a:spcPts val="0"/>
              </a:spcAft>
              <a:buNone/>
              <a:defRPr sz="1600" b="1">
                <a:latin typeface="Oswald"/>
                <a:ea typeface="Oswald"/>
                <a:cs typeface="Oswald"/>
                <a:sym typeface="Oswald"/>
              </a:defRPr>
            </a:lvl8pPr>
            <a:lvl9pPr lvl="8" algn="ctr" rtl="0">
              <a:spcBef>
                <a:spcPts val="0"/>
              </a:spcBef>
              <a:spcAft>
                <a:spcPts val="0"/>
              </a:spcAft>
              <a:buNone/>
              <a:defRPr sz="1600" b="1">
                <a:latin typeface="Oswald"/>
                <a:ea typeface="Oswald"/>
                <a:cs typeface="Oswald"/>
                <a:sym typeface="Oswald"/>
              </a:defRPr>
            </a:lvl9pPr>
          </a:lstStyle>
          <a:p>
            <a:endParaRPr/>
          </a:p>
        </p:txBody>
      </p:sp>
      <p:sp>
        <p:nvSpPr>
          <p:cNvPr id="51" name="Google Shape;51;p14"/>
          <p:cNvSpPr txBox="1">
            <a:spLocks noGrp="1"/>
          </p:cNvSpPr>
          <p:nvPr>
            <p:ph type="subTitle" idx="8"/>
          </p:nvPr>
        </p:nvSpPr>
        <p:spPr>
          <a:xfrm>
            <a:off x="1910625" y="3857475"/>
            <a:ext cx="2077500" cy="491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52" name="Google Shape;52;p14"/>
          <p:cNvSpPr txBox="1">
            <a:spLocks noGrp="1"/>
          </p:cNvSpPr>
          <p:nvPr>
            <p:ph type="title" idx="9" hasCustomPrompt="1"/>
          </p:nvPr>
        </p:nvSpPr>
        <p:spPr>
          <a:xfrm>
            <a:off x="4983350" y="2658925"/>
            <a:ext cx="2422500" cy="795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500"/>
              <a:buNone/>
              <a:defRPr sz="5500">
                <a:solidFill>
                  <a:schemeClr val="accent1"/>
                </a:solidFill>
              </a:defRPr>
            </a:lvl1pPr>
            <a:lvl2pPr lvl="1" algn="ctr" rtl="0">
              <a:spcBef>
                <a:spcPts val="0"/>
              </a:spcBef>
              <a:spcAft>
                <a:spcPts val="0"/>
              </a:spcAft>
              <a:buClr>
                <a:schemeClr val="accent1"/>
              </a:buClr>
              <a:buSzPts val="5500"/>
              <a:buNone/>
              <a:defRPr sz="5500">
                <a:solidFill>
                  <a:schemeClr val="accent1"/>
                </a:solidFill>
              </a:defRPr>
            </a:lvl2pPr>
            <a:lvl3pPr lvl="2" algn="ctr" rtl="0">
              <a:spcBef>
                <a:spcPts val="0"/>
              </a:spcBef>
              <a:spcAft>
                <a:spcPts val="0"/>
              </a:spcAft>
              <a:buClr>
                <a:schemeClr val="accent1"/>
              </a:buClr>
              <a:buSzPts val="5500"/>
              <a:buNone/>
              <a:defRPr sz="5500">
                <a:solidFill>
                  <a:schemeClr val="accent1"/>
                </a:solidFill>
              </a:defRPr>
            </a:lvl3pPr>
            <a:lvl4pPr lvl="3" algn="ctr" rtl="0">
              <a:spcBef>
                <a:spcPts val="0"/>
              </a:spcBef>
              <a:spcAft>
                <a:spcPts val="0"/>
              </a:spcAft>
              <a:buClr>
                <a:schemeClr val="accent1"/>
              </a:buClr>
              <a:buSzPts val="5500"/>
              <a:buNone/>
              <a:defRPr sz="5500">
                <a:solidFill>
                  <a:schemeClr val="accent1"/>
                </a:solidFill>
              </a:defRPr>
            </a:lvl4pPr>
            <a:lvl5pPr lvl="4" algn="ctr" rtl="0">
              <a:spcBef>
                <a:spcPts val="0"/>
              </a:spcBef>
              <a:spcAft>
                <a:spcPts val="0"/>
              </a:spcAft>
              <a:buClr>
                <a:schemeClr val="accent1"/>
              </a:buClr>
              <a:buSzPts val="5500"/>
              <a:buNone/>
              <a:defRPr sz="5500">
                <a:solidFill>
                  <a:schemeClr val="accent1"/>
                </a:solidFill>
              </a:defRPr>
            </a:lvl5pPr>
            <a:lvl6pPr lvl="5" algn="ctr" rtl="0">
              <a:spcBef>
                <a:spcPts val="0"/>
              </a:spcBef>
              <a:spcAft>
                <a:spcPts val="0"/>
              </a:spcAft>
              <a:buClr>
                <a:schemeClr val="accent1"/>
              </a:buClr>
              <a:buSzPts val="5500"/>
              <a:buNone/>
              <a:defRPr sz="5500">
                <a:solidFill>
                  <a:schemeClr val="accent1"/>
                </a:solidFill>
              </a:defRPr>
            </a:lvl6pPr>
            <a:lvl7pPr lvl="6" algn="ctr" rtl="0">
              <a:spcBef>
                <a:spcPts val="0"/>
              </a:spcBef>
              <a:spcAft>
                <a:spcPts val="0"/>
              </a:spcAft>
              <a:buClr>
                <a:schemeClr val="accent1"/>
              </a:buClr>
              <a:buSzPts val="5500"/>
              <a:buNone/>
              <a:defRPr sz="5500">
                <a:solidFill>
                  <a:schemeClr val="accent1"/>
                </a:solidFill>
              </a:defRPr>
            </a:lvl7pPr>
            <a:lvl8pPr lvl="7" algn="ctr" rtl="0">
              <a:spcBef>
                <a:spcPts val="0"/>
              </a:spcBef>
              <a:spcAft>
                <a:spcPts val="0"/>
              </a:spcAft>
              <a:buClr>
                <a:schemeClr val="accent1"/>
              </a:buClr>
              <a:buSzPts val="5500"/>
              <a:buNone/>
              <a:defRPr sz="5500">
                <a:solidFill>
                  <a:schemeClr val="accent1"/>
                </a:solidFill>
              </a:defRPr>
            </a:lvl8pPr>
            <a:lvl9pPr lvl="8" algn="ctr" rtl="0">
              <a:spcBef>
                <a:spcPts val="0"/>
              </a:spcBef>
              <a:spcAft>
                <a:spcPts val="0"/>
              </a:spcAft>
              <a:buClr>
                <a:schemeClr val="accent1"/>
              </a:buClr>
              <a:buSzPts val="5500"/>
              <a:buNone/>
              <a:defRPr sz="5500">
                <a:solidFill>
                  <a:schemeClr val="accent1"/>
                </a:solidFill>
              </a:defRPr>
            </a:lvl9pPr>
          </a:lstStyle>
          <a:p>
            <a:r>
              <a:t>xx%</a:t>
            </a:r>
          </a:p>
        </p:txBody>
      </p:sp>
      <p:sp>
        <p:nvSpPr>
          <p:cNvPr id="53" name="Google Shape;53;p14"/>
          <p:cNvSpPr txBox="1">
            <a:spLocks noGrp="1"/>
          </p:cNvSpPr>
          <p:nvPr>
            <p:ph type="subTitle" idx="13"/>
          </p:nvPr>
        </p:nvSpPr>
        <p:spPr>
          <a:xfrm>
            <a:off x="4657850" y="3535750"/>
            <a:ext cx="3073500" cy="3216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1600" b="1">
                <a:latin typeface="Oswald"/>
                <a:ea typeface="Oswald"/>
                <a:cs typeface="Oswald"/>
                <a:sym typeface="Oswald"/>
              </a:defRPr>
            </a:lvl1pPr>
            <a:lvl2pPr lvl="1" algn="ctr" rtl="0">
              <a:spcBef>
                <a:spcPts val="0"/>
              </a:spcBef>
              <a:spcAft>
                <a:spcPts val="0"/>
              </a:spcAft>
              <a:buNone/>
              <a:defRPr sz="1600" b="1">
                <a:latin typeface="Oswald"/>
                <a:ea typeface="Oswald"/>
                <a:cs typeface="Oswald"/>
                <a:sym typeface="Oswald"/>
              </a:defRPr>
            </a:lvl2pPr>
            <a:lvl3pPr lvl="2" algn="ctr" rtl="0">
              <a:spcBef>
                <a:spcPts val="0"/>
              </a:spcBef>
              <a:spcAft>
                <a:spcPts val="0"/>
              </a:spcAft>
              <a:buNone/>
              <a:defRPr sz="1600" b="1">
                <a:latin typeface="Oswald"/>
                <a:ea typeface="Oswald"/>
                <a:cs typeface="Oswald"/>
                <a:sym typeface="Oswald"/>
              </a:defRPr>
            </a:lvl3pPr>
            <a:lvl4pPr lvl="3" algn="ctr" rtl="0">
              <a:spcBef>
                <a:spcPts val="0"/>
              </a:spcBef>
              <a:spcAft>
                <a:spcPts val="0"/>
              </a:spcAft>
              <a:buNone/>
              <a:defRPr sz="1600" b="1">
                <a:latin typeface="Oswald"/>
                <a:ea typeface="Oswald"/>
                <a:cs typeface="Oswald"/>
                <a:sym typeface="Oswald"/>
              </a:defRPr>
            </a:lvl4pPr>
            <a:lvl5pPr lvl="4" algn="ctr" rtl="0">
              <a:spcBef>
                <a:spcPts val="0"/>
              </a:spcBef>
              <a:spcAft>
                <a:spcPts val="0"/>
              </a:spcAft>
              <a:buNone/>
              <a:defRPr sz="1600" b="1">
                <a:latin typeface="Oswald"/>
                <a:ea typeface="Oswald"/>
                <a:cs typeface="Oswald"/>
                <a:sym typeface="Oswald"/>
              </a:defRPr>
            </a:lvl5pPr>
            <a:lvl6pPr lvl="5" algn="ctr" rtl="0">
              <a:spcBef>
                <a:spcPts val="0"/>
              </a:spcBef>
              <a:spcAft>
                <a:spcPts val="0"/>
              </a:spcAft>
              <a:buNone/>
              <a:defRPr sz="1600" b="1">
                <a:latin typeface="Oswald"/>
                <a:ea typeface="Oswald"/>
                <a:cs typeface="Oswald"/>
                <a:sym typeface="Oswald"/>
              </a:defRPr>
            </a:lvl6pPr>
            <a:lvl7pPr lvl="6" algn="ctr" rtl="0">
              <a:spcBef>
                <a:spcPts val="0"/>
              </a:spcBef>
              <a:spcAft>
                <a:spcPts val="0"/>
              </a:spcAft>
              <a:buNone/>
              <a:defRPr sz="1600" b="1">
                <a:latin typeface="Oswald"/>
                <a:ea typeface="Oswald"/>
                <a:cs typeface="Oswald"/>
                <a:sym typeface="Oswald"/>
              </a:defRPr>
            </a:lvl7pPr>
            <a:lvl8pPr lvl="7" algn="ctr" rtl="0">
              <a:spcBef>
                <a:spcPts val="0"/>
              </a:spcBef>
              <a:spcAft>
                <a:spcPts val="0"/>
              </a:spcAft>
              <a:buNone/>
              <a:defRPr sz="1600" b="1">
                <a:latin typeface="Oswald"/>
                <a:ea typeface="Oswald"/>
                <a:cs typeface="Oswald"/>
                <a:sym typeface="Oswald"/>
              </a:defRPr>
            </a:lvl8pPr>
            <a:lvl9pPr lvl="8" algn="ctr" rtl="0">
              <a:spcBef>
                <a:spcPts val="0"/>
              </a:spcBef>
              <a:spcAft>
                <a:spcPts val="0"/>
              </a:spcAft>
              <a:buNone/>
              <a:defRPr sz="1600" b="1">
                <a:latin typeface="Oswald"/>
                <a:ea typeface="Oswald"/>
                <a:cs typeface="Oswald"/>
                <a:sym typeface="Oswald"/>
              </a:defRPr>
            </a:lvl9pPr>
          </a:lstStyle>
          <a:p>
            <a:endParaRPr/>
          </a:p>
        </p:txBody>
      </p:sp>
      <p:sp>
        <p:nvSpPr>
          <p:cNvPr id="54" name="Google Shape;54;p14"/>
          <p:cNvSpPr txBox="1">
            <a:spLocks noGrp="1"/>
          </p:cNvSpPr>
          <p:nvPr>
            <p:ph type="subTitle" idx="14"/>
          </p:nvPr>
        </p:nvSpPr>
        <p:spPr>
          <a:xfrm>
            <a:off x="5155850" y="3857475"/>
            <a:ext cx="2077500" cy="491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central">
  <p:cSld name="CUSTOM_1_1_1_2">
    <p:bg>
      <p:bgPr>
        <a:blipFill>
          <a:blip r:embed="rId2">
            <a:alphaModFix/>
          </a:blip>
          <a:stretch>
            <a:fillRect/>
          </a:stretch>
        </a:blipFill>
        <a:effectLst/>
      </p:bgPr>
    </p:bg>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2454750" y="1687625"/>
            <a:ext cx="4234500" cy="479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71" name="Google Shape;71;p19"/>
          <p:cNvSpPr txBox="1">
            <a:spLocks noGrp="1"/>
          </p:cNvSpPr>
          <p:nvPr>
            <p:ph type="subTitle" idx="1"/>
          </p:nvPr>
        </p:nvSpPr>
        <p:spPr>
          <a:xfrm>
            <a:off x="2454750" y="2154161"/>
            <a:ext cx="4234500" cy="1301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lvl1pPr>
            <a:lvl2pPr lvl="1" rtl="0">
              <a:spcBef>
                <a:spcPts val="0"/>
              </a:spcBef>
              <a:spcAft>
                <a:spcPts val="0"/>
              </a:spcAft>
              <a:buNone/>
              <a:defRPr sz="1600"/>
            </a:lvl2pPr>
            <a:lvl3pPr lvl="2" rtl="0">
              <a:spcBef>
                <a:spcPts val="0"/>
              </a:spcBef>
              <a:spcAft>
                <a:spcPts val="0"/>
              </a:spcAft>
              <a:buNone/>
              <a:defRPr sz="1600"/>
            </a:lvl3pPr>
            <a:lvl4pPr lvl="3" rtl="0">
              <a:spcBef>
                <a:spcPts val="0"/>
              </a:spcBef>
              <a:spcAft>
                <a:spcPts val="0"/>
              </a:spcAft>
              <a:buNone/>
              <a:defRPr sz="1600"/>
            </a:lvl4pPr>
            <a:lvl5pPr lvl="4" rtl="0">
              <a:spcBef>
                <a:spcPts val="0"/>
              </a:spcBef>
              <a:spcAft>
                <a:spcPts val="0"/>
              </a:spcAft>
              <a:buNone/>
              <a:defRPr sz="1600"/>
            </a:lvl5pPr>
            <a:lvl6pPr lvl="5" rtl="0">
              <a:spcBef>
                <a:spcPts val="0"/>
              </a:spcBef>
              <a:spcAft>
                <a:spcPts val="0"/>
              </a:spcAft>
              <a:buNone/>
              <a:defRPr sz="1600"/>
            </a:lvl6pPr>
            <a:lvl7pPr lvl="6" rtl="0">
              <a:spcBef>
                <a:spcPts val="0"/>
              </a:spcBef>
              <a:spcAft>
                <a:spcPts val="0"/>
              </a:spcAft>
              <a:buNone/>
              <a:defRPr sz="1600"/>
            </a:lvl7pPr>
            <a:lvl8pPr lvl="7" rtl="0">
              <a:spcBef>
                <a:spcPts val="0"/>
              </a:spcBef>
              <a:spcAft>
                <a:spcPts val="0"/>
              </a:spcAft>
              <a:buNone/>
              <a:defRPr sz="1600"/>
            </a:lvl8pPr>
            <a:lvl9pPr lvl="8" rtl="0">
              <a:spcBef>
                <a:spcPts val="0"/>
              </a:spcBef>
              <a:spcAft>
                <a:spcPts val="0"/>
              </a:spcAft>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Four columns 2">
  <p:cSld name="CUSTOM_2_2_1">
    <p:bg>
      <p:bgPr>
        <a:blipFill>
          <a:blip r:embed="rId2">
            <a:alphaModFix/>
          </a:blip>
          <a:stretch>
            <a:fillRect/>
          </a:stretch>
        </a:blipFill>
        <a:effectLst/>
      </p:bgPr>
    </p:bg>
    <p:spTree>
      <p:nvGrpSpPr>
        <p:cNvPr id="1" name="Shape 84"/>
        <p:cNvGrpSpPr/>
        <p:nvPr/>
      </p:nvGrpSpPr>
      <p:grpSpPr>
        <a:xfrm>
          <a:off x="0" y="0"/>
          <a:ext cx="0" cy="0"/>
          <a:chOff x="0" y="0"/>
          <a:chExt cx="0" cy="0"/>
        </a:xfrm>
      </p:grpSpPr>
      <p:sp>
        <p:nvSpPr>
          <p:cNvPr id="85" name="Google Shape;85;p22"/>
          <p:cNvSpPr txBox="1">
            <a:spLocks noGrp="1"/>
          </p:cNvSpPr>
          <p:nvPr>
            <p:ph type="title"/>
          </p:nvPr>
        </p:nvSpPr>
        <p:spPr>
          <a:xfrm>
            <a:off x="991800" y="537875"/>
            <a:ext cx="7160400" cy="479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86" name="Google Shape;86;p22"/>
          <p:cNvSpPr txBox="1">
            <a:spLocks noGrp="1"/>
          </p:cNvSpPr>
          <p:nvPr>
            <p:ph type="subTitle" idx="1"/>
          </p:nvPr>
        </p:nvSpPr>
        <p:spPr>
          <a:xfrm>
            <a:off x="991800" y="2606550"/>
            <a:ext cx="1595400" cy="3216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None/>
              <a:defRPr sz="1600" b="1">
                <a:latin typeface="Oswald"/>
                <a:ea typeface="Oswald"/>
                <a:cs typeface="Oswald"/>
                <a:sym typeface="Oswald"/>
              </a:defRPr>
            </a:lvl1pPr>
            <a:lvl2pPr lvl="1" algn="ctr" rtl="0">
              <a:lnSpc>
                <a:spcPct val="115000"/>
              </a:lnSpc>
              <a:spcBef>
                <a:spcPts val="0"/>
              </a:spcBef>
              <a:spcAft>
                <a:spcPts val="0"/>
              </a:spcAft>
              <a:buNone/>
              <a:defRPr sz="1600" b="1">
                <a:latin typeface="Oswald"/>
                <a:ea typeface="Oswald"/>
                <a:cs typeface="Oswald"/>
                <a:sym typeface="Oswald"/>
              </a:defRPr>
            </a:lvl2pPr>
            <a:lvl3pPr lvl="2" algn="ctr" rtl="0">
              <a:lnSpc>
                <a:spcPct val="115000"/>
              </a:lnSpc>
              <a:spcBef>
                <a:spcPts val="0"/>
              </a:spcBef>
              <a:spcAft>
                <a:spcPts val="0"/>
              </a:spcAft>
              <a:buNone/>
              <a:defRPr sz="1600" b="1">
                <a:latin typeface="Oswald"/>
                <a:ea typeface="Oswald"/>
                <a:cs typeface="Oswald"/>
                <a:sym typeface="Oswald"/>
              </a:defRPr>
            </a:lvl3pPr>
            <a:lvl4pPr lvl="3" algn="ctr" rtl="0">
              <a:lnSpc>
                <a:spcPct val="115000"/>
              </a:lnSpc>
              <a:spcBef>
                <a:spcPts val="0"/>
              </a:spcBef>
              <a:spcAft>
                <a:spcPts val="0"/>
              </a:spcAft>
              <a:buNone/>
              <a:defRPr sz="1600" b="1">
                <a:latin typeface="Oswald"/>
                <a:ea typeface="Oswald"/>
                <a:cs typeface="Oswald"/>
                <a:sym typeface="Oswald"/>
              </a:defRPr>
            </a:lvl4pPr>
            <a:lvl5pPr lvl="4" algn="ctr" rtl="0">
              <a:lnSpc>
                <a:spcPct val="115000"/>
              </a:lnSpc>
              <a:spcBef>
                <a:spcPts val="0"/>
              </a:spcBef>
              <a:spcAft>
                <a:spcPts val="0"/>
              </a:spcAft>
              <a:buNone/>
              <a:defRPr sz="1600" b="1">
                <a:latin typeface="Oswald"/>
                <a:ea typeface="Oswald"/>
                <a:cs typeface="Oswald"/>
                <a:sym typeface="Oswald"/>
              </a:defRPr>
            </a:lvl5pPr>
            <a:lvl6pPr lvl="5" algn="ctr" rtl="0">
              <a:lnSpc>
                <a:spcPct val="115000"/>
              </a:lnSpc>
              <a:spcBef>
                <a:spcPts val="0"/>
              </a:spcBef>
              <a:spcAft>
                <a:spcPts val="0"/>
              </a:spcAft>
              <a:buNone/>
              <a:defRPr sz="1600" b="1">
                <a:latin typeface="Oswald"/>
                <a:ea typeface="Oswald"/>
                <a:cs typeface="Oswald"/>
                <a:sym typeface="Oswald"/>
              </a:defRPr>
            </a:lvl6pPr>
            <a:lvl7pPr lvl="6" algn="ctr" rtl="0">
              <a:lnSpc>
                <a:spcPct val="115000"/>
              </a:lnSpc>
              <a:spcBef>
                <a:spcPts val="0"/>
              </a:spcBef>
              <a:spcAft>
                <a:spcPts val="0"/>
              </a:spcAft>
              <a:buNone/>
              <a:defRPr sz="1600" b="1">
                <a:latin typeface="Oswald"/>
                <a:ea typeface="Oswald"/>
                <a:cs typeface="Oswald"/>
                <a:sym typeface="Oswald"/>
              </a:defRPr>
            </a:lvl7pPr>
            <a:lvl8pPr lvl="7" algn="ctr" rtl="0">
              <a:lnSpc>
                <a:spcPct val="115000"/>
              </a:lnSpc>
              <a:spcBef>
                <a:spcPts val="0"/>
              </a:spcBef>
              <a:spcAft>
                <a:spcPts val="0"/>
              </a:spcAft>
              <a:buNone/>
              <a:defRPr sz="1600" b="1">
                <a:latin typeface="Oswald"/>
                <a:ea typeface="Oswald"/>
                <a:cs typeface="Oswald"/>
                <a:sym typeface="Oswald"/>
              </a:defRPr>
            </a:lvl8pPr>
            <a:lvl9pPr lvl="8" algn="ctr" rtl="0">
              <a:lnSpc>
                <a:spcPct val="115000"/>
              </a:lnSpc>
              <a:spcBef>
                <a:spcPts val="0"/>
              </a:spcBef>
              <a:spcAft>
                <a:spcPts val="0"/>
              </a:spcAft>
              <a:buNone/>
              <a:defRPr sz="1600" b="1">
                <a:latin typeface="Oswald"/>
                <a:ea typeface="Oswald"/>
                <a:cs typeface="Oswald"/>
                <a:sym typeface="Oswald"/>
              </a:defRPr>
            </a:lvl9pPr>
          </a:lstStyle>
          <a:p>
            <a:endParaRPr/>
          </a:p>
        </p:txBody>
      </p:sp>
      <p:sp>
        <p:nvSpPr>
          <p:cNvPr id="87" name="Google Shape;87;p22"/>
          <p:cNvSpPr txBox="1">
            <a:spLocks noGrp="1"/>
          </p:cNvSpPr>
          <p:nvPr>
            <p:ph type="subTitle" idx="2"/>
          </p:nvPr>
        </p:nvSpPr>
        <p:spPr>
          <a:xfrm>
            <a:off x="991800" y="2928150"/>
            <a:ext cx="1595400" cy="1135200"/>
          </a:xfrm>
          <a:prstGeom prst="rect">
            <a:avLst/>
          </a:prstGeom>
          <a:noFill/>
        </p:spPr>
        <p:txBody>
          <a:bodyPr spcFirstLastPara="1" wrap="square" lIns="91425" tIns="91425" rIns="91425" bIns="91425" anchor="t" anchorCtr="0">
            <a:noAutofit/>
          </a:bodyPr>
          <a:lstStyle>
            <a:lvl1pPr lvl="0" algn="ctr" rtl="0">
              <a:lnSpc>
                <a:spcPct val="115000"/>
              </a:lnSpc>
              <a:spcBef>
                <a:spcPts val="0"/>
              </a:spcBef>
              <a:spcAft>
                <a:spcPts val="0"/>
              </a:spcAft>
              <a:buNone/>
              <a:defRPr/>
            </a:lvl1pPr>
            <a:lvl2pPr lvl="1" algn="ctr" rtl="0">
              <a:lnSpc>
                <a:spcPct val="115000"/>
              </a:lnSpc>
              <a:spcBef>
                <a:spcPts val="0"/>
              </a:spcBef>
              <a:spcAft>
                <a:spcPts val="0"/>
              </a:spcAft>
              <a:buNone/>
              <a:defRPr/>
            </a:lvl2pPr>
            <a:lvl3pPr lvl="2" algn="ctr" rtl="0">
              <a:lnSpc>
                <a:spcPct val="115000"/>
              </a:lnSpc>
              <a:spcBef>
                <a:spcPts val="0"/>
              </a:spcBef>
              <a:spcAft>
                <a:spcPts val="0"/>
              </a:spcAft>
              <a:buNone/>
              <a:defRPr/>
            </a:lvl3pPr>
            <a:lvl4pPr lvl="3" algn="ctr" rtl="0">
              <a:lnSpc>
                <a:spcPct val="115000"/>
              </a:lnSpc>
              <a:spcBef>
                <a:spcPts val="0"/>
              </a:spcBef>
              <a:spcAft>
                <a:spcPts val="0"/>
              </a:spcAft>
              <a:buNone/>
              <a:defRPr/>
            </a:lvl4pPr>
            <a:lvl5pPr lvl="4" algn="ctr" rtl="0">
              <a:lnSpc>
                <a:spcPct val="115000"/>
              </a:lnSpc>
              <a:spcBef>
                <a:spcPts val="0"/>
              </a:spcBef>
              <a:spcAft>
                <a:spcPts val="0"/>
              </a:spcAft>
              <a:buNone/>
              <a:defRPr/>
            </a:lvl5pPr>
            <a:lvl6pPr lvl="5" algn="ctr" rtl="0">
              <a:lnSpc>
                <a:spcPct val="115000"/>
              </a:lnSpc>
              <a:spcBef>
                <a:spcPts val="0"/>
              </a:spcBef>
              <a:spcAft>
                <a:spcPts val="0"/>
              </a:spcAft>
              <a:buNone/>
              <a:defRPr/>
            </a:lvl6pPr>
            <a:lvl7pPr lvl="6" algn="ctr" rtl="0">
              <a:lnSpc>
                <a:spcPct val="115000"/>
              </a:lnSpc>
              <a:spcBef>
                <a:spcPts val="0"/>
              </a:spcBef>
              <a:spcAft>
                <a:spcPts val="0"/>
              </a:spcAft>
              <a:buNone/>
              <a:defRPr/>
            </a:lvl7pPr>
            <a:lvl8pPr lvl="7" algn="ctr" rtl="0">
              <a:lnSpc>
                <a:spcPct val="115000"/>
              </a:lnSpc>
              <a:spcBef>
                <a:spcPts val="0"/>
              </a:spcBef>
              <a:spcAft>
                <a:spcPts val="0"/>
              </a:spcAft>
              <a:buNone/>
              <a:defRPr/>
            </a:lvl8pPr>
            <a:lvl9pPr lvl="8" algn="ctr" rtl="0">
              <a:lnSpc>
                <a:spcPct val="115000"/>
              </a:lnSpc>
              <a:spcBef>
                <a:spcPts val="0"/>
              </a:spcBef>
              <a:spcAft>
                <a:spcPts val="0"/>
              </a:spcAft>
              <a:buNone/>
              <a:defRPr/>
            </a:lvl9pPr>
          </a:lstStyle>
          <a:p>
            <a:endParaRPr/>
          </a:p>
        </p:txBody>
      </p:sp>
      <p:sp>
        <p:nvSpPr>
          <p:cNvPr id="88" name="Google Shape;88;p22"/>
          <p:cNvSpPr txBox="1">
            <a:spLocks noGrp="1"/>
          </p:cNvSpPr>
          <p:nvPr>
            <p:ph type="subTitle" idx="3"/>
          </p:nvPr>
        </p:nvSpPr>
        <p:spPr>
          <a:xfrm>
            <a:off x="2846800" y="2606550"/>
            <a:ext cx="1595400" cy="3216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None/>
              <a:defRPr sz="1600" b="1">
                <a:latin typeface="Oswald"/>
                <a:ea typeface="Oswald"/>
                <a:cs typeface="Oswald"/>
                <a:sym typeface="Oswald"/>
              </a:defRPr>
            </a:lvl1pPr>
            <a:lvl2pPr lvl="1" algn="ctr" rtl="0">
              <a:lnSpc>
                <a:spcPct val="115000"/>
              </a:lnSpc>
              <a:spcBef>
                <a:spcPts val="0"/>
              </a:spcBef>
              <a:spcAft>
                <a:spcPts val="0"/>
              </a:spcAft>
              <a:buNone/>
              <a:defRPr sz="1600" b="1">
                <a:latin typeface="Oswald"/>
                <a:ea typeface="Oswald"/>
                <a:cs typeface="Oswald"/>
                <a:sym typeface="Oswald"/>
              </a:defRPr>
            </a:lvl2pPr>
            <a:lvl3pPr lvl="2" algn="ctr" rtl="0">
              <a:lnSpc>
                <a:spcPct val="115000"/>
              </a:lnSpc>
              <a:spcBef>
                <a:spcPts val="0"/>
              </a:spcBef>
              <a:spcAft>
                <a:spcPts val="0"/>
              </a:spcAft>
              <a:buNone/>
              <a:defRPr sz="1600" b="1">
                <a:latin typeface="Oswald"/>
                <a:ea typeface="Oswald"/>
                <a:cs typeface="Oswald"/>
                <a:sym typeface="Oswald"/>
              </a:defRPr>
            </a:lvl3pPr>
            <a:lvl4pPr lvl="3" algn="ctr" rtl="0">
              <a:lnSpc>
                <a:spcPct val="115000"/>
              </a:lnSpc>
              <a:spcBef>
                <a:spcPts val="0"/>
              </a:spcBef>
              <a:spcAft>
                <a:spcPts val="0"/>
              </a:spcAft>
              <a:buNone/>
              <a:defRPr sz="1600" b="1">
                <a:latin typeface="Oswald"/>
                <a:ea typeface="Oswald"/>
                <a:cs typeface="Oswald"/>
                <a:sym typeface="Oswald"/>
              </a:defRPr>
            </a:lvl4pPr>
            <a:lvl5pPr lvl="4" algn="ctr" rtl="0">
              <a:lnSpc>
                <a:spcPct val="115000"/>
              </a:lnSpc>
              <a:spcBef>
                <a:spcPts val="0"/>
              </a:spcBef>
              <a:spcAft>
                <a:spcPts val="0"/>
              </a:spcAft>
              <a:buNone/>
              <a:defRPr sz="1600" b="1">
                <a:latin typeface="Oswald"/>
                <a:ea typeface="Oswald"/>
                <a:cs typeface="Oswald"/>
                <a:sym typeface="Oswald"/>
              </a:defRPr>
            </a:lvl5pPr>
            <a:lvl6pPr lvl="5" algn="ctr" rtl="0">
              <a:lnSpc>
                <a:spcPct val="115000"/>
              </a:lnSpc>
              <a:spcBef>
                <a:spcPts val="0"/>
              </a:spcBef>
              <a:spcAft>
                <a:spcPts val="0"/>
              </a:spcAft>
              <a:buNone/>
              <a:defRPr sz="1600" b="1">
                <a:latin typeface="Oswald"/>
                <a:ea typeface="Oswald"/>
                <a:cs typeface="Oswald"/>
                <a:sym typeface="Oswald"/>
              </a:defRPr>
            </a:lvl6pPr>
            <a:lvl7pPr lvl="6" algn="ctr" rtl="0">
              <a:lnSpc>
                <a:spcPct val="115000"/>
              </a:lnSpc>
              <a:spcBef>
                <a:spcPts val="0"/>
              </a:spcBef>
              <a:spcAft>
                <a:spcPts val="0"/>
              </a:spcAft>
              <a:buNone/>
              <a:defRPr sz="1600" b="1">
                <a:latin typeface="Oswald"/>
                <a:ea typeface="Oswald"/>
                <a:cs typeface="Oswald"/>
                <a:sym typeface="Oswald"/>
              </a:defRPr>
            </a:lvl7pPr>
            <a:lvl8pPr lvl="7" algn="ctr" rtl="0">
              <a:lnSpc>
                <a:spcPct val="115000"/>
              </a:lnSpc>
              <a:spcBef>
                <a:spcPts val="0"/>
              </a:spcBef>
              <a:spcAft>
                <a:spcPts val="0"/>
              </a:spcAft>
              <a:buNone/>
              <a:defRPr sz="1600" b="1">
                <a:latin typeface="Oswald"/>
                <a:ea typeface="Oswald"/>
                <a:cs typeface="Oswald"/>
                <a:sym typeface="Oswald"/>
              </a:defRPr>
            </a:lvl8pPr>
            <a:lvl9pPr lvl="8" algn="ctr" rtl="0">
              <a:lnSpc>
                <a:spcPct val="115000"/>
              </a:lnSpc>
              <a:spcBef>
                <a:spcPts val="0"/>
              </a:spcBef>
              <a:spcAft>
                <a:spcPts val="0"/>
              </a:spcAft>
              <a:buNone/>
              <a:defRPr sz="1600" b="1">
                <a:latin typeface="Oswald"/>
                <a:ea typeface="Oswald"/>
                <a:cs typeface="Oswald"/>
                <a:sym typeface="Oswald"/>
              </a:defRPr>
            </a:lvl9pPr>
          </a:lstStyle>
          <a:p>
            <a:endParaRPr/>
          </a:p>
        </p:txBody>
      </p:sp>
      <p:sp>
        <p:nvSpPr>
          <p:cNvPr id="89" name="Google Shape;89;p22"/>
          <p:cNvSpPr txBox="1">
            <a:spLocks noGrp="1"/>
          </p:cNvSpPr>
          <p:nvPr>
            <p:ph type="subTitle" idx="4"/>
          </p:nvPr>
        </p:nvSpPr>
        <p:spPr>
          <a:xfrm>
            <a:off x="2846796" y="2928150"/>
            <a:ext cx="1595400" cy="1135200"/>
          </a:xfrm>
          <a:prstGeom prst="rect">
            <a:avLst/>
          </a:prstGeom>
          <a:noFill/>
        </p:spPr>
        <p:txBody>
          <a:bodyPr spcFirstLastPara="1" wrap="square" lIns="91425" tIns="91425" rIns="91425" bIns="91425" anchor="t" anchorCtr="0">
            <a:noAutofit/>
          </a:bodyPr>
          <a:lstStyle>
            <a:lvl1pPr lvl="0" algn="ctr" rtl="0">
              <a:lnSpc>
                <a:spcPct val="115000"/>
              </a:lnSpc>
              <a:spcBef>
                <a:spcPts val="0"/>
              </a:spcBef>
              <a:spcAft>
                <a:spcPts val="0"/>
              </a:spcAft>
              <a:buNone/>
              <a:defRPr/>
            </a:lvl1pPr>
            <a:lvl2pPr lvl="1" algn="ctr" rtl="0">
              <a:lnSpc>
                <a:spcPct val="115000"/>
              </a:lnSpc>
              <a:spcBef>
                <a:spcPts val="0"/>
              </a:spcBef>
              <a:spcAft>
                <a:spcPts val="0"/>
              </a:spcAft>
              <a:buNone/>
              <a:defRPr/>
            </a:lvl2pPr>
            <a:lvl3pPr lvl="2" algn="ctr" rtl="0">
              <a:lnSpc>
                <a:spcPct val="115000"/>
              </a:lnSpc>
              <a:spcBef>
                <a:spcPts val="0"/>
              </a:spcBef>
              <a:spcAft>
                <a:spcPts val="0"/>
              </a:spcAft>
              <a:buNone/>
              <a:defRPr/>
            </a:lvl3pPr>
            <a:lvl4pPr lvl="3" algn="ctr" rtl="0">
              <a:lnSpc>
                <a:spcPct val="115000"/>
              </a:lnSpc>
              <a:spcBef>
                <a:spcPts val="0"/>
              </a:spcBef>
              <a:spcAft>
                <a:spcPts val="0"/>
              </a:spcAft>
              <a:buNone/>
              <a:defRPr/>
            </a:lvl4pPr>
            <a:lvl5pPr lvl="4" algn="ctr" rtl="0">
              <a:lnSpc>
                <a:spcPct val="115000"/>
              </a:lnSpc>
              <a:spcBef>
                <a:spcPts val="0"/>
              </a:spcBef>
              <a:spcAft>
                <a:spcPts val="0"/>
              </a:spcAft>
              <a:buNone/>
              <a:defRPr/>
            </a:lvl5pPr>
            <a:lvl6pPr lvl="5" algn="ctr" rtl="0">
              <a:lnSpc>
                <a:spcPct val="115000"/>
              </a:lnSpc>
              <a:spcBef>
                <a:spcPts val="0"/>
              </a:spcBef>
              <a:spcAft>
                <a:spcPts val="0"/>
              </a:spcAft>
              <a:buNone/>
              <a:defRPr/>
            </a:lvl6pPr>
            <a:lvl7pPr lvl="6" algn="ctr" rtl="0">
              <a:lnSpc>
                <a:spcPct val="115000"/>
              </a:lnSpc>
              <a:spcBef>
                <a:spcPts val="0"/>
              </a:spcBef>
              <a:spcAft>
                <a:spcPts val="0"/>
              </a:spcAft>
              <a:buNone/>
              <a:defRPr/>
            </a:lvl7pPr>
            <a:lvl8pPr lvl="7" algn="ctr" rtl="0">
              <a:lnSpc>
                <a:spcPct val="115000"/>
              </a:lnSpc>
              <a:spcBef>
                <a:spcPts val="0"/>
              </a:spcBef>
              <a:spcAft>
                <a:spcPts val="0"/>
              </a:spcAft>
              <a:buNone/>
              <a:defRPr/>
            </a:lvl8pPr>
            <a:lvl9pPr lvl="8" algn="ctr" rtl="0">
              <a:lnSpc>
                <a:spcPct val="115000"/>
              </a:lnSpc>
              <a:spcBef>
                <a:spcPts val="0"/>
              </a:spcBef>
              <a:spcAft>
                <a:spcPts val="0"/>
              </a:spcAft>
              <a:buNone/>
              <a:defRPr/>
            </a:lvl9pPr>
          </a:lstStyle>
          <a:p>
            <a:endParaRPr/>
          </a:p>
        </p:txBody>
      </p:sp>
      <p:sp>
        <p:nvSpPr>
          <p:cNvPr id="90" name="Google Shape;90;p22"/>
          <p:cNvSpPr txBox="1">
            <a:spLocks noGrp="1"/>
          </p:cNvSpPr>
          <p:nvPr>
            <p:ph type="subTitle" idx="5"/>
          </p:nvPr>
        </p:nvSpPr>
        <p:spPr>
          <a:xfrm>
            <a:off x="4701800" y="2606550"/>
            <a:ext cx="1595400" cy="3216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None/>
              <a:defRPr sz="1600" b="1">
                <a:latin typeface="Oswald"/>
                <a:ea typeface="Oswald"/>
                <a:cs typeface="Oswald"/>
                <a:sym typeface="Oswald"/>
              </a:defRPr>
            </a:lvl1pPr>
            <a:lvl2pPr lvl="1" algn="ctr" rtl="0">
              <a:lnSpc>
                <a:spcPct val="115000"/>
              </a:lnSpc>
              <a:spcBef>
                <a:spcPts val="0"/>
              </a:spcBef>
              <a:spcAft>
                <a:spcPts val="0"/>
              </a:spcAft>
              <a:buNone/>
              <a:defRPr sz="1600" b="1">
                <a:latin typeface="Oswald"/>
                <a:ea typeface="Oswald"/>
                <a:cs typeface="Oswald"/>
                <a:sym typeface="Oswald"/>
              </a:defRPr>
            </a:lvl2pPr>
            <a:lvl3pPr lvl="2" algn="ctr" rtl="0">
              <a:lnSpc>
                <a:spcPct val="115000"/>
              </a:lnSpc>
              <a:spcBef>
                <a:spcPts val="0"/>
              </a:spcBef>
              <a:spcAft>
                <a:spcPts val="0"/>
              </a:spcAft>
              <a:buNone/>
              <a:defRPr sz="1600" b="1">
                <a:latin typeface="Oswald"/>
                <a:ea typeface="Oswald"/>
                <a:cs typeface="Oswald"/>
                <a:sym typeface="Oswald"/>
              </a:defRPr>
            </a:lvl3pPr>
            <a:lvl4pPr lvl="3" algn="ctr" rtl="0">
              <a:lnSpc>
                <a:spcPct val="115000"/>
              </a:lnSpc>
              <a:spcBef>
                <a:spcPts val="0"/>
              </a:spcBef>
              <a:spcAft>
                <a:spcPts val="0"/>
              </a:spcAft>
              <a:buNone/>
              <a:defRPr sz="1600" b="1">
                <a:latin typeface="Oswald"/>
                <a:ea typeface="Oswald"/>
                <a:cs typeface="Oswald"/>
                <a:sym typeface="Oswald"/>
              </a:defRPr>
            </a:lvl4pPr>
            <a:lvl5pPr lvl="4" algn="ctr" rtl="0">
              <a:lnSpc>
                <a:spcPct val="115000"/>
              </a:lnSpc>
              <a:spcBef>
                <a:spcPts val="0"/>
              </a:spcBef>
              <a:spcAft>
                <a:spcPts val="0"/>
              </a:spcAft>
              <a:buNone/>
              <a:defRPr sz="1600" b="1">
                <a:latin typeface="Oswald"/>
                <a:ea typeface="Oswald"/>
                <a:cs typeface="Oswald"/>
                <a:sym typeface="Oswald"/>
              </a:defRPr>
            </a:lvl5pPr>
            <a:lvl6pPr lvl="5" algn="ctr" rtl="0">
              <a:lnSpc>
                <a:spcPct val="115000"/>
              </a:lnSpc>
              <a:spcBef>
                <a:spcPts val="0"/>
              </a:spcBef>
              <a:spcAft>
                <a:spcPts val="0"/>
              </a:spcAft>
              <a:buNone/>
              <a:defRPr sz="1600" b="1">
                <a:latin typeface="Oswald"/>
                <a:ea typeface="Oswald"/>
                <a:cs typeface="Oswald"/>
                <a:sym typeface="Oswald"/>
              </a:defRPr>
            </a:lvl6pPr>
            <a:lvl7pPr lvl="6" algn="ctr" rtl="0">
              <a:lnSpc>
                <a:spcPct val="115000"/>
              </a:lnSpc>
              <a:spcBef>
                <a:spcPts val="0"/>
              </a:spcBef>
              <a:spcAft>
                <a:spcPts val="0"/>
              </a:spcAft>
              <a:buNone/>
              <a:defRPr sz="1600" b="1">
                <a:latin typeface="Oswald"/>
                <a:ea typeface="Oswald"/>
                <a:cs typeface="Oswald"/>
                <a:sym typeface="Oswald"/>
              </a:defRPr>
            </a:lvl7pPr>
            <a:lvl8pPr lvl="7" algn="ctr" rtl="0">
              <a:lnSpc>
                <a:spcPct val="115000"/>
              </a:lnSpc>
              <a:spcBef>
                <a:spcPts val="0"/>
              </a:spcBef>
              <a:spcAft>
                <a:spcPts val="0"/>
              </a:spcAft>
              <a:buNone/>
              <a:defRPr sz="1600" b="1">
                <a:latin typeface="Oswald"/>
                <a:ea typeface="Oswald"/>
                <a:cs typeface="Oswald"/>
                <a:sym typeface="Oswald"/>
              </a:defRPr>
            </a:lvl8pPr>
            <a:lvl9pPr lvl="8" algn="ctr" rtl="0">
              <a:lnSpc>
                <a:spcPct val="115000"/>
              </a:lnSpc>
              <a:spcBef>
                <a:spcPts val="0"/>
              </a:spcBef>
              <a:spcAft>
                <a:spcPts val="0"/>
              </a:spcAft>
              <a:buNone/>
              <a:defRPr sz="1600" b="1">
                <a:latin typeface="Oswald"/>
                <a:ea typeface="Oswald"/>
                <a:cs typeface="Oswald"/>
                <a:sym typeface="Oswald"/>
              </a:defRPr>
            </a:lvl9pPr>
          </a:lstStyle>
          <a:p>
            <a:endParaRPr/>
          </a:p>
        </p:txBody>
      </p:sp>
      <p:sp>
        <p:nvSpPr>
          <p:cNvPr id="91" name="Google Shape;91;p22"/>
          <p:cNvSpPr txBox="1">
            <a:spLocks noGrp="1"/>
          </p:cNvSpPr>
          <p:nvPr>
            <p:ph type="subTitle" idx="6"/>
          </p:nvPr>
        </p:nvSpPr>
        <p:spPr>
          <a:xfrm>
            <a:off x="4701792" y="2928150"/>
            <a:ext cx="1595400" cy="1135200"/>
          </a:xfrm>
          <a:prstGeom prst="rect">
            <a:avLst/>
          </a:prstGeom>
          <a:noFill/>
        </p:spPr>
        <p:txBody>
          <a:bodyPr spcFirstLastPara="1" wrap="square" lIns="91425" tIns="91425" rIns="91425" bIns="91425" anchor="t" anchorCtr="0">
            <a:noAutofit/>
          </a:bodyPr>
          <a:lstStyle>
            <a:lvl1pPr lvl="0" algn="ctr" rtl="0">
              <a:lnSpc>
                <a:spcPct val="115000"/>
              </a:lnSpc>
              <a:spcBef>
                <a:spcPts val="0"/>
              </a:spcBef>
              <a:spcAft>
                <a:spcPts val="0"/>
              </a:spcAft>
              <a:buNone/>
              <a:defRPr/>
            </a:lvl1pPr>
            <a:lvl2pPr lvl="1" algn="ctr" rtl="0">
              <a:lnSpc>
                <a:spcPct val="115000"/>
              </a:lnSpc>
              <a:spcBef>
                <a:spcPts val="0"/>
              </a:spcBef>
              <a:spcAft>
                <a:spcPts val="0"/>
              </a:spcAft>
              <a:buNone/>
              <a:defRPr/>
            </a:lvl2pPr>
            <a:lvl3pPr lvl="2" algn="ctr" rtl="0">
              <a:lnSpc>
                <a:spcPct val="115000"/>
              </a:lnSpc>
              <a:spcBef>
                <a:spcPts val="0"/>
              </a:spcBef>
              <a:spcAft>
                <a:spcPts val="0"/>
              </a:spcAft>
              <a:buNone/>
              <a:defRPr/>
            </a:lvl3pPr>
            <a:lvl4pPr lvl="3" algn="ctr" rtl="0">
              <a:lnSpc>
                <a:spcPct val="115000"/>
              </a:lnSpc>
              <a:spcBef>
                <a:spcPts val="0"/>
              </a:spcBef>
              <a:spcAft>
                <a:spcPts val="0"/>
              </a:spcAft>
              <a:buNone/>
              <a:defRPr/>
            </a:lvl4pPr>
            <a:lvl5pPr lvl="4" algn="ctr" rtl="0">
              <a:lnSpc>
                <a:spcPct val="115000"/>
              </a:lnSpc>
              <a:spcBef>
                <a:spcPts val="0"/>
              </a:spcBef>
              <a:spcAft>
                <a:spcPts val="0"/>
              </a:spcAft>
              <a:buNone/>
              <a:defRPr/>
            </a:lvl5pPr>
            <a:lvl6pPr lvl="5" algn="ctr" rtl="0">
              <a:lnSpc>
                <a:spcPct val="115000"/>
              </a:lnSpc>
              <a:spcBef>
                <a:spcPts val="0"/>
              </a:spcBef>
              <a:spcAft>
                <a:spcPts val="0"/>
              </a:spcAft>
              <a:buNone/>
              <a:defRPr/>
            </a:lvl6pPr>
            <a:lvl7pPr lvl="6" algn="ctr" rtl="0">
              <a:lnSpc>
                <a:spcPct val="115000"/>
              </a:lnSpc>
              <a:spcBef>
                <a:spcPts val="0"/>
              </a:spcBef>
              <a:spcAft>
                <a:spcPts val="0"/>
              </a:spcAft>
              <a:buNone/>
              <a:defRPr/>
            </a:lvl7pPr>
            <a:lvl8pPr lvl="7" algn="ctr" rtl="0">
              <a:lnSpc>
                <a:spcPct val="115000"/>
              </a:lnSpc>
              <a:spcBef>
                <a:spcPts val="0"/>
              </a:spcBef>
              <a:spcAft>
                <a:spcPts val="0"/>
              </a:spcAft>
              <a:buNone/>
              <a:defRPr/>
            </a:lvl8pPr>
            <a:lvl9pPr lvl="8" algn="ctr" rtl="0">
              <a:lnSpc>
                <a:spcPct val="115000"/>
              </a:lnSpc>
              <a:spcBef>
                <a:spcPts val="0"/>
              </a:spcBef>
              <a:spcAft>
                <a:spcPts val="0"/>
              </a:spcAft>
              <a:buNone/>
              <a:defRPr/>
            </a:lvl9pPr>
          </a:lstStyle>
          <a:p>
            <a:endParaRPr/>
          </a:p>
        </p:txBody>
      </p:sp>
      <p:sp>
        <p:nvSpPr>
          <p:cNvPr id="92" name="Google Shape;92;p22"/>
          <p:cNvSpPr txBox="1">
            <a:spLocks noGrp="1"/>
          </p:cNvSpPr>
          <p:nvPr>
            <p:ph type="subTitle" idx="7"/>
          </p:nvPr>
        </p:nvSpPr>
        <p:spPr>
          <a:xfrm>
            <a:off x="6556800" y="2606550"/>
            <a:ext cx="1595400" cy="321600"/>
          </a:xfrm>
          <a:prstGeom prst="rect">
            <a:avLst/>
          </a:prstGeom>
        </p:spPr>
        <p:txBody>
          <a:bodyPr spcFirstLastPara="1" wrap="square" lIns="91425" tIns="91425" rIns="91425" bIns="91425" anchor="ctr" anchorCtr="0">
            <a:noAutofit/>
          </a:bodyPr>
          <a:lstStyle>
            <a:lvl1pPr lvl="0" algn="ctr" rtl="0">
              <a:lnSpc>
                <a:spcPct val="115000"/>
              </a:lnSpc>
              <a:spcBef>
                <a:spcPts val="0"/>
              </a:spcBef>
              <a:spcAft>
                <a:spcPts val="0"/>
              </a:spcAft>
              <a:buNone/>
              <a:defRPr sz="1600" b="1">
                <a:latin typeface="Oswald"/>
                <a:ea typeface="Oswald"/>
                <a:cs typeface="Oswald"/>
                <a:sym typeface="Oswald"/>
              </a:defRPr>
            </a:lvl1pPr>
            <a:lvl2pPr lvl="1" algn="ctr" rtl="0">
              <a:lnSpc>
                <a:spcPct val="115000"/>
              </a:lnSpc>
              <a:spcBef>
                <a:spcPts val="0"/>
              </a:spcBef>
              <a:spcAft>
                <a:spcPts val="0"/>
              </a:spcAft>
              <a:buNone/>
              <a:defRPr sz="1600" b="1">
                <a:latin typeface="Oswald"/>
                <a:ea typeface="Oswald"/>
                <a:cs typeface="Oswald"/>
                <a:sym typeface="Oswald"/>
              </a:defRPr>
            </a:lvl2pPr>
            <a:lvl3pPr lvl="2" algn="ctr" rtl="0">
              <a:lnSpc>
                <a:spcPct val="115000"/>
              </a:lnSpc>
              <a:spcBef>
                <a:spcPts val="0"/>
              </a:spcBef>
              <a:spcAft>
                <a:spcPts val="0"/>
              </a:spcAft>
              <a:buNone/>
              <a:defRPr sz="1600" b="1">
                <a:latin typeface="Oswald"/>
                <a:ea typeface="Oswald"/>
                <a:cs typeface="Oswald"/>
                <a:sym typeface="Oswald"/>
              </a:defRPr>
            </a:lvl3pPr>
            <a:lvl4pPr lvl="3" algn="ctr" rtl="0">
              <a:lnSpc>
                <a:spcPct val="115000"/>
              </a:lnSpc>
              <a:spcBef>
                <a:spcPts val="0"/>
              </a:spcBef>
              <a:spcAft>
                <a:spcPts val="0"/>
              </a:spcAft>
              <a:buNone/>
              <a:defRPr sz="1600" b="1">
                <a:latin typeface="Oswald"/>
                <a:ea typeface="Oswald"/>
                <a:cs typeface="Oswald"/>
                <a:sym typeface="Oswald"/>
              </a:defRPr>
            </a:lvl4pPr>
            <a:lvl5pPr lvl="4" algn="ctr" rtl="0">
              <a:lnSpc>
                <a:spcPct val="115000"/>
              </a:lnSpc>
              <a:spcBef>
                <a:spcPts val="0"/>
              </a:spcBef>
              <a:spcAft>
                <a:spcPts val="0"/>
              </a:spcAft>
              <a:buNone/>
              <a:defRPr sz="1600" b="1">
                <a:latin typeface="Oswald"/>
                <a:ea typeface="Oswald"/>
                <a:cs typeface="Oswald"/>
                <a:sym typeface="Oswald"/>
              </a:defRPr>
            </a:lvl5pPr>
            <a:lvl6pPr lvl="5" algn="ctr" rtl="0">
              <a:lnSpc>
                <a:spcPct val="115000"/>
              </a:lnSpc>
              <a:spcBef>
                <a:spcPts val="0"/>
              </a:spcBef>
              <a:spcAft>
                <a:spcPts val="0"/>
              </a:spcAft>
              <a:buNone/>
              <a:defRPr sz="1600" b="1">
                <a:latin typeface="Oswald"/>
                <a:ea typeface="Oswald"/>
                <a:cs typeface="Oswald"/>
                <a:sym typeface="Oswald"/>
              </a:defRPr>
            </a:lvl6pPr>
            <a:lvl7pPr lvl="6" algn="ctr" rtl="0">
              <a:lnSpc>
                <a:spcPct val="115000"/>
              </a:lnSpc>
              <a:spcBef>
                <a:spcPts val="0"/>
              </a:spcBef>
              <a:spcAft>
                <a:spcPts val="0"/>
              </a:spcAft>
              <a:buNone/>
              <a:defRPr sz="1600" b="1">
                <a:latin typeface="Oswald"/>
                <a:ea typeface="Oswald"/>
                <a:cs typeface="Oswald"/>
                <a:sym typeface="Oswald"/>
              </a:defRPr>
            </a:lvl7pPr>
            <a:lvl8pPr lvl="7" algn="ctr" rtl="0">
              <a:lnSpc>
                <a:spcPct val="115000"/>
              </a:lnSpc>
              <a:spcBef>
                <a:spcPts val="0"/>
              </a:spcBef>
              <a:spcAft>
                <a:spcPts val="0"/>
              </a:spcAft>
              <a:buNone/>
              <a:defRPr sz="1600" b="1">
                <a:latin typeface="Oswald"/>
                <a:ea typeface="Oswald"/>
                <a:cs typeface="Oswald"/>
                <a:sym typeface="Oswald"/>
              </a:defRPr>
            </a:lvl8pPr>
            <a:lvl9pPr lvl="8" algn="ctr" rtl="0">
              <a:lnSpc>
                <a:spcPct val="115000"/>
              </a:lnSpc>
              <a:spcBef>
                <a:spcPts val="0"/>
              </a:spcBef>
              <a:spcAft>
                <a:spcPts val="0"/>
              </a:spcAft>
              <a:buNone/>
              <a:defRPr sz="1600" b="1">
                <a:latin typeface="Oswald"/>
                <a:ea typeface="Oswald"/>
                <a:cs typeface="Oswald"/>
                <a:sym typeface="Oswald"/>
              </a:defRPr>
            </a:lvl9pPr>
          </a:lstStyle>
          <a:p>
            <a:endParaRPr/>
          </a:p>
        </p:txBody>
      </p:sp>
      <p:sp>
        <p:nvSpPr>
          <p:cNvPr id="93" name="Google Shape;93;p22"/>
          <p:cNvSpPr txBox="1">
            <a:spLocks noGrp="1"/>
          </p:cNvSpPr>
          <p:nvPr>
            <p:ph type="subTitle" idx="8"/>
          </p:nvPr>
        </p:nvSpPr>
        <p:spPr>
          <a:xfrm>
            <a:off x="6556788" y="2928150"/>
            <a:ext cx="1595400" cy="1135200"/>
          </a:xfrm>
          <a:prstGeom prst="rect">
            <a:avLst/>
          </a:prstGeom>
          <a:noFill/>
        </p:spPr>
        <p:txBody>
          <a:bodyPr spcFirstLastPara="1" wrap="square" lIns="91425" tIns="91425" rIns="91425" bIns="91425" anchor="t" anchorCtr="0">
            <a:noAutofit/>
          </a:bodyPr>
          <a:lstStyle>
            <a:lvl1pPr lvl="0" algn="ctr" rtl="0">
              <a:lnSpc>
                <a:spcPct val="115000"/>
              </a:lnSpc>
              <a:spcBef>
                <a:spcPts val="0"/>
              </a:spcBef>
              <a:spcAft>
                <a:spcPts val="0"/>
              </a:spcAft>
              <a:buNone/>
              <a:defRPr/>
            </a:lvl1pPr>
            <a:lvl2pPr lvl="1" algn="ctr" rtl="0">
              <a:lnSpc>
                <a:spcPct val="115000"/>
              </a:lnSpc>
              <a:spcBef>
                <a:spcPts val="0"/>
              </a:spcBef>
              <a:spcAft>
                <a:spcPts val="0"/>
              </a:spcAft>
              <a:buNone/>
              <a:defRPr/>
            </a:lvl2pPr>
            <a:lvl3pPr lvl="2" algn="ctr" rtl="0">
              <a:lnSpc>
                <a:spcPct val="115000"/>
              </a:lnSpc>
              <a:spcBef>
                <a:spcPts val="0"/>
              </a:spcBef>
              <a:spcAft>
                <a:spcPts val="0"/>
              </a:spcAft>
              <a:buNone/>
              <a:defRPr/>
            </a:lvl3pPr>
            <a:lvl4pPr lvl="3" algn="ctr" rtl="0">
              <a:lnSpc>
                <a:spcPct val="115000"/>
              </a:lnSpc>
              <a:spcBef>
                <a:spcPts val="0"/>
              </a:spcBef>
              <a:spcAft>
                <a:spcPts val="0"/>
              </a:spcAft>
              <a:buNone/>
              <a:defRPr/>
            </a:lvl4pPr>
            <a:lvl5pPr lvl="4" algn="ctr" rtl="0">
              <a:lnSpc>
                <a:spcPct val="115000"/>
              </a:lnSpc>
              <a:spcBef>
                <a:spcPts val="0"/>
              </a:spcBef>
              <a:spcAft>
                <a:spcPts val="0"/>
              </a:spcAft>
              <a:buNone/>
              <a:defRPr/>
            </a:lvl5pPr>
            <a:lvl6pPr lvl="5" algn="ctr" rtl="0">
              <a:lnSpc>
                <a:spcPct val="115000"/>
              </a:lnSpc>
              <a:spcBef>
                <a:spcPts val="0"/>
              </a:spcBef>
              <a:spcAft>
                <a:spcPts val="0"/>
              </a:spcAft>
              <a:buNone/>
              <a:defRPr/>
            </a:lvl6pPr>
            <a:lvl7pPr lvl="6" algn="ctr" rtl="0">
              <a:lnSpc>
                <a:spcPct val="115000"/>
              </a:lnSpc>
              <a:spcBef>
                <a:spcPts val="0"/>
              </a:spcBef>
              <a:spcAft>
                <a:spcPts val="0"/>
              </a:spcAft>
              <a:buNone/>
              <a:defRPr/>
            </a:lvl7pPr>
            <a:lvl8pPr lvl="7" algn="ctr" rtl="0">
              <a:lnSpc>
                <a:spcPct val="115000"/>
              </a:lnSpc>
              <a:spcBef>
                <a:spcPts val="0"/>
              </a:spcBef>
              <a:spcAft>
                <a:spcPts val="0"/>
              </a:spcAft>
              <a:buNone/>
              <a:defRPr/>
            </a:lvl8pPr>
            <a:lvl9pPr lvl="8" algn="ctr" rtl="0">
              <a:lnSpc>
                <a:spcPct val="115000"/>
              </a:lnSpc>
              <a:spcBef>
                <a:spcPts val="0"/>
              </a:spcBef>
              <a:spcAft>
                <a:spcPts val="0"/>
              </a:spcAft>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91800" y="530175"/>
            <a:ext cx="7160400" cy="4875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Oswald"/>
              <a:buNone/>
              <a:defRPr sz="2400" b="1">
                <a:solidFill>
                  <a:schemeClr val="dk1"/>
                </a:solidFill>
                <a:latin typeface="Oswald"/>
                <a:ea typeface="Oswald"/>
                <a:cs typeface="Oswald"/>
                <a:sym typeface="Oswald"/>
              </a:defRPr>
            </a:lvl1pPr>
            <a:lvl2pPr lvl="1" rtl="0">
              <a:spcBef>
                <a:spcPts val="0"/>
              </a:spcBef>
              <a:spcAft>
                <a:spcPts val="0"/>
              </a:spcAft>
              <a:buClr>
                <a:schemeClr val="dk1"/>
              </a:buClr>
              <a:buSzPts val="2400"/>
              <a:buFont typeface="Oswald"/>
              <a:buNone/>
              <a:defRPr sz="2400" b="1">
                <a:solidFill>
                  <a:schemeClr val="dk1"/>
                </a:solidFill>
                <a:latin typeface="Oswald"/>
                <a:ea typeface="Oswald"/>
                <a:cs typeface="Oswald"/>
                <a:sym typeface="Oswald"/>
              </a:defRPr>
            </a:lvl2pPr>
            <a:lvl3pPr lvl="2" rtl="0">
              <a:spcBef>
                <a:spcPts val="0"/>
              </a:spcBef>
              <a:spcAft>
                <a:spcPts val="0"/>
              </a:spcAft>
              <a:buClr>
                <a:schemeClr val="dk1"/>
              </a:buClr>
              <a:buSzPts val="2400"/>
              <a:buFont typeface="Oswald"/>
              <a:buNone/>
              <a:defRPr sz="2400" b="1">
                <a:solidFill>
                  <a:schemeClr val="dk1"/>
                </a:solidFill>
                <a:latin typeface="Oswald"/>
                <a:ea typeface="Oswald"/>
                <a:cs typeface="Oswald"/>
                <a:sym typeface="Oswald"/>
              </a:defRPr>
            </a:lvl3pPr>
            <a:lvl4pPr lvl="3" rtl="0">
              <a:spcBef>
                <a:spcPts val="0"/>
              </a:spcBef>
              <a:spcAft>
                <a:spcPts val="0"/>
              </a:spcAft>
              <a:buClr>
                <a:schemeClr val="dk1"/>
              </a:buClr>
              <a:buSzPts val="2400"/>
              <a:buFont typeface="Oswald"/>
              <a:buNone/>
              <a:defRPr sz="2400" b="1">
                <a:solidFill>
                  <a:schemeClr val="dk1"/>
                </a:solidFill>
                <a:latin typeface="Oswald"/>
                <a:ea typeface="Oswald"/>
                <a:cs typeface="Oswald"/>
                <a:sym typeface="Oswald"/>
              </a:defRPr>
            </a:lvl4pPr>
            <a:lvl5pPr lvl="4" rtl="0">
              <a:spcBef>
                <a:spcPts val="0"/>
              </a:spcBef>
              <a:spcAft>
                <a:spcPts val="0"/>
              </a:spcAft>
              <a:buClr>
                <a:schemeClr val="dk1"/>
              </a:buClr>
              <a:buSzPts val="2400"/>
              <a:buFont typeface="Oswald"/>
              <a:buNone/>
              <a:defRPr sz="2400" b="1">
                <a:solidFill>
                  <a:schemeClr val="dk1"/>
                </a:solidFill>
                <a:latin typeface="Oswald"/>
                <a:ea typeface="Oswald"/>
                <a:cs typeface="Oswald"/>
                <a:sym typeface="Oswald"/>
              </a:defRPr>
            </a:lvl5pPr>
            <a:lvl6pPr lvl="5" rtl="0">
              <a:spcBef>
                <a:spcPts val="0"/>
              </a:spcBef>
              <a:spcAft>
                <a:spcPts val="0"/>
              </a:spcAft>
              <a:buClr>
                <a:schemeClr val="dk1"/>
              </a:buClr>
              <a:buSzPts val="2400"/>
              <a:buFont typeface="Oswald"/>
              <a:buNone/>
              <a:defRPr sz="2400" b="1">
                <a:solidFill>
                  <a:schemeClr val="dk1"/>
                </a:solidFill>
                <a:latin typeface="Oswald"/>
                <a:ea typeface="Oswald"/>
                <a:cs typeface="Oswald"/>
                <a:sym typeface="Oswald"/>
              </a:defRPr>
            </a:lvl6pPr>
            <a:lvl7pPr lvl="6" rtl="0">
              <a:spcBef>
                <a:spcPts val="0"/>
              </a:spcBef>
              <a:spcAft>
                <a:spcPts val="0"/>
              </a:spcAft>
              <a:buClr>
                <a:schemeClr val="dk1"/>
              </a:buClr>
              <a:buSzPts val="2400"/>
              <a:buFont typeface="Oswald"/>
              <a:buNone/>
              <a:defRPr sz="2400" b="1">
                <a:solidFill>
                  <a:schemeClr val="dk1"/>
                </a:solidFill>
                <a:latin typeface="Oswald"/>
                <a:ea typeface="Oswald"/>
                <a:cs typeface="Oswald"/>
                <a:sym typeface="Oswald"/>
              </a:defRPr>
            </a:lvl7pPr>
            <a:lvl8pPr lvl="7" rtl="0">
              <a:spcBef>
                <a:spcPts val="0"/>
              </a:spcBef>
              <a:spcAft>
                <a:spcPts val="0"/>
              </a:spcAft>
              <a:buClr>
                <a:schemeClr val="dk1"/>
              </a:buClr>
              <a:buSzPts val="2400"/>
              <a:buFont typeface="Oswald"/>
              <a:buNone/>
              <a:defRPr sz="2400" b="1">
                <a:solidFill>
                  <a:schemeClr val="dk1"/>
                </a:solidFill>
                <a:latin typeface="Oswald"/>
                <a:ea typeface="Oswald"/>
                <a:cs typeface="Oswald"/>
                <a:sym typeface="Oswald"/>
              </a:defRPr>
            </a:lvl8pPr>
            <a:lvl9pPr lvl="8" rtl="0">
              <a:spcBef>
                <a:spcPts val="0"/>
              </a:spcBef>
              <a:spcAft>
                <a:spcPts val="0"/>
              </a:spcAft>
              <a:buClr>
                <a:schemeClr val="dk1"/>
              </a:buClr>
              <a:buSzPts val="2400"/>
              <a:buFont typeface="Oswald"/>
              <a:buNone/>
              <a:defRPr sz="2400" b="1">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991800" y="1340600"/>
            <a:ext cx="7160400" cy="3272400"/>
          </a:xfrm>
          <a:prstGeom prst="rect">
            <a:avLst/>
          </a:prstGeom>
          <a:noFill/>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4" r:id="rId4"/>
    <p:sldLayoutId id="2147483655" r:id="rId5"/>
    <p:sldLayoutId id="2147483656" r:id="rId6"/>
    <p:sldLayoutId id="2147483657" r:id="rId7"/>
    <p:sldLayoutId id="2147483659" r:id="rId8"/>
    <p:sldLayoutId id="2147483660" r:id="rId9"/>
    <p:sldLayoutId id="2147483665"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9"/>
          <p:cNvSpPr txBox="1">
            <a:spLocks noGrp="1"/>
          </p:cNvSpPr>
          <p:nvPr>
            <p:ph type="ctrTitle"/>
          </p:nvPr>
        </p:nvSpPr>
        <p:spPr>
          <a:xfrm>
            <a:off x="1623300" y="2788572"/>
            <a:ext cx="5857552" cy="610611"/>
          </a:xfrm>
          <a:prstGeom prst="rect">
            <a:avLst/>
          </a:prstGeom>
        </p:spPr>
        <p:txBody>
          <a:bodyPr spcFirstLastPara="1" wrap="square" lIns="91425" tIns="91425" rIns="91425" bIns="91425" anchor="b" anchorCtr="0">
            <a:noAutofit/>
          </a:bodyPr>
          <a:lstStyle/>
          <a:p>
            <a:pPr lvl="0"/>
            <a:r>
              <a:rPr lang="en-IN" sz="3200" dirty="0"/>
              <a:t>Nurse Staffing Optimization</a:t>
            </a:r>
            <a:endParaRPr sz="3200" dirty="0"/>
          </a:p>
        </p:txBody>
      </p:sp>
      <p:sp>
        <p:nvSpPr>
          <p:cNvPr id="127" name="Google Shape;127;p29"/>
          <p:cNvSpPr txBox="1">
            <a:spLocks noGrp="1"/>
          </p:cNvSpPr>
          <p:nvPr>
            <p:ph type="subTitle" idx="1"/>
          </p:nvPr>
        </p:nvSpPr>
        <p:spPr>
          <a:xfrm>
            <a:off x="1663148" y="3276423"/>
            <a:ext cx="5592509" cy="245519"/>
          </a:xfrm>
          <a:prstGeom prst="rect">
            <a:avLst/>
          </a:prstGeom>
        </p:spPr>
        <p:txBody>
          <a:bodyPr spcFirstLastPara="1" wrap="square" lIns="91425" tIns="91425" rIns="91425" bIns="91425" anchor="t" anchorCtr="0">
            <a:noAutofit/>
          </a:bodyPr>
          <a:lstStyle/>
          <a:p>
            <a:pPr marL="0" lvl="0" indent="0"/>
            <a:r>
              <a:rPr lang="en-IN" sz="1300" b="1" dirty="0"/>
              <a:t>19MNG338</a:t>
            </a:r>
            <a:br>
              <a:rPr lang="en-IN" sz="1300" dirty="0"/>
            </a:br>
            <a:r>
              <a:rPr lang="en-IN" sz="1300" b="1" dirty="0"/>
              <a:t>Operations Research</a:t>
            </a:r>
            <a:endParaRPr sz="1300" dirty="0"/>
          </a:p>
        </p:txBody>
      </p:sp>
      <p:sp>
        <p:nvSpPr>
          <p:cNvPr id="2" name="Google Shape;127;p29">
            <a:extLst>
              <a:ext uri="{FF2B5EF4-FFF2-40B4-BE49-F238E27FC236}">
                <a16:creationId xmlns:a16="http://schemas.microsoft.com/office/drawing/2014/main" id="{23FB72FF-2E6A-E049-27BF-180F3FC58BC1}"/>
              </a:ext>
            </a:extLst>
          </p:cNvPr>
          <p:cNvSpPr txBox="1">
            <a:spLocks/>
          </p:cNvSpPr>
          <p:nvPr/>
        </p:nvSpPr>
        <p:spPr>
          <a:xfrm>
            <a:off x="1663148" y="3764274"/>
            <a:ext cx="5592509" cy="2455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1pPr>
            <a:lvl2pPr marL="914400" marR="0" lvl="1" indent="-3175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2pPr>
            <a:lvl3pPr marL="1371600" marR="0" lvl="2" indent="-3175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3pPr>
            <a:lvl4pPr marL="1828800" marR="0" lvl="3" indent="-3175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4pPr>
            <a:lvl5pPr marL="2286000" marR="0" lvl="4" indent="-3175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5pPr>
            <a:lvl6pPr marL="2743200" marR="0" lvl="5" indent="-3175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6pPr>
            <a:lvl7pPr marL="3200400" marR="0" lvl="6" indent="-3175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7pPr>
            <a:lvl8pPr marL="3657600" marR="0" lvl="7" indent="-3175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8pPr>
            <a:lvl9pPr marL="4114800" marR="0" lvl="8" indent="-3175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a:ea typeface="Open Sans"/>
                <a:cs typeface="Open Sans"/>
                <a:sym typeface="Open Sans"/>
              </a:defRPr>
            </a:lvl9pPr>
          </a:lstStyle>
          <a:p>
            <a:pPr marL="0" indent="0"/>
            <a:r>
              <a:rPr lang="en-GB" sz="1300" b="1" dirty="0"/>
              <a:t>BATCH B GROUP 2</a:t>
            </a:r>
            <a:endParaRPr lang="en-IN" sz="13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31"/>
          <p:cNvSpPr/>
          <p:nvPr/>
        </p:nvSpPr>
        <p:spPr>
          <a:xfrm>
            <a:off x="3209713" y="537900"/>
            <a:ext cx="2206487" cy="4067700"/>
          </a:xfrm>
          <a:prstGeom prst="snip2DiagRect">
            <a:avLst>
              <a:gd name="adj1" fmla="val 0"/>
              <a:gd name="adj2"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139;p31"/>
          <p:cNvSpPr/>
          <p:nvPr/>
        </p:nvSpPr>
        <p:spPr>
          <a:xfrm>
            <a:off x="284289" y="537900"/>
            <a:ext cx="2256671" cy="4067700"/>
          </a:xfrm>
          <a:prstGeom prst="snip2DiagRect">
            <a:avLst>
              <a:gd name="adj1" fmla="val 0"/>
              <a:gd name="adj2"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140;p31"/>
          <p:cNvSpPr txBox="1">
            <a:spLocks noGrp="1"/>
          </p:cNvSpPr>
          <p:nvPr>
            <p:ph type="title"/>
          </p:nvPr>
        </p:nvSpPr>
        <p:spPr>
          <a:xfrm>
            <a:off x="1050014" y="746162"/>
            <a:ext cx="753284" cy="61537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400" dirty="0"/>
              <a:t>01</a:t>
            </a:r>
            <a:endParaRPr sz="4400" dirty="0"/>
          </a:p>
        </p:txBody>
      </p:sp>
      <p:sp>
        <p:nvSpPr>
          <p:cNvPr id="141" name="Google Shape;141;p31"/>
          <p:cNvSpPr txBox="1">
            <a:spLocks noGrp="1"/>
          </p:cNvSpPr>
          <p:nvPr>
            <p:ph type="subTitle" idx="1"/>
          </p:nvPr>
        </p:nvSpPr>
        <p:spPr>
          <a:xfrm>
            <a:off x="731051" y="1464743"/>
            <a:ext cx="1468810" cy="31097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INTRODUCTION</a:t>
            </a:r>
            <a:endParaRPr dirty="0"/>
          </a:p>
        </p:txBody>
      </p:sp>
      <p:sp>
        <p:nvSpPr>
          <p:cNvPr id="143" name="Google Shape;143;p31"/>
          <p:cNvSpPr txBox="1">
            <a:spLocks noGrp="1"/>
          </p:cNvSpPr>
          <p:nvPr>
            <p:ph type="title" idx="3"/>
          </p:nvPr>
        </p:nvSpPr>
        <p:spPr>
          <a:xfrm>
            <a:off x="1021952" y="2026951"/>
            <a:ext cx="781346" cy="67004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400" dirty="0"/>
              <a:t>02</a:t>
            </a:r>
            <a:endParaRPr sz="4400" dirty="0"/>
          </a:p>
        </p:txBody>
      </p:sp>
      <p:sp>
        <p:nvSpPr>
          <p:cNvPr id="144" name="Google Shape;144;p31"/>
          <p:cNvSpPr txBox="1">
            <a:spLocks noGrp="1"/>
          </p:cNvSpPr>
          <p:nvPr>
            <p:ph type="subTitle" idx="4"/>
          </p:nvPr>
        </p:nvSpPr>
        <p:spPr>
          <a:xfrm>
            <a:off x="707080" y="2760584"/>
            <a:ext cx="1358637" cy="33982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PROBLEM STATEMENT</a:t>
            </a:r>
            <a:endParaRPr dirty="0"/>
          </a:p>
        </p:txBody>
      </p:sp>
      <p:sp>
        <p:nvSpPr>
          <p:cNvPr id="146" name="Google Shape;146;p31"/>
          <p:cNvSpPr txBox="1">
            <a:spLocks noGrp="1"/>
          </p:cNvSpPr>
          <p:nvPr>
            <p:ph type="title" idx="6"/>
          </p:nvPr>
        </p:nvSpPr>
        <p:spPr>
          <a:xfrm>
            <a:off x="953042" y="3362864"/>
            <a:ext cx="820059" cy="66737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400" dirty="0"/>
              <a:t>03</a:t>
            </a:r>
            <a:endParaRPr sz="4400" dirty="0"/>
          </a:p>
        </p:txBody>
      </p:sp>
      <p:sp>
        <p:nvSpPr>
          <p:cNvPr id="147" name="Google Shape;147;p31"/>
          <p:cNvSpPr txBox="1">
            <a:spLocks noGrp="1"/>
          </p:cNvSpPr>
          <p:nvPr>
            <p:ph type="subTitle" idx="7"/>
          </p:nvPr>
        </p:nvSpPr>
        <p:spPr>
          <a:xfrm>
            <a:off x="667967" y="4085275"/>
            <a:ext cx="1390210" cy="42002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OBJECTIVES</a:t>
            </a:r>
            <a:endParaRPr dirty="0"/>
          </a:p>
        </p:txBody>
      </p:sp>
      <p:sp>
        <p:nvSpPr>
          <p:cNvPr id="149" name="Google Shape;149;p31"/>
          <p:cNvSpPr txBox="1">
            <a:spLocks noGrp="1"/>
          </p:cNvSpPr>
          <p:nvPr>
            <p:ph type="title" idx="9"/>
          </p:nvPr>
        </p:nvSpPr>
        <p:spPr>
          <a:xfrm>
            <a:off x="3836748" y="746162"/>
            <a:ext cx="821102" cy="61537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400" dirty="0"/>
              <a:t>04</a:t>
            </a:r>
            <a:endParaRPr sz="4400" dirty="0"/>
          </a:p>
        </p:txBody>
      </p:sp>
      <p:sp>
        <p:nvSpPr>
          <p:cNvPr id="150" name="Google Shape;150;p31"/>
          <p:cNvSpPr txBox="1">
            <a:spLocks noGrp="1"/>
          </p:cNvSpPr>
          <p:nvPr>
            <p:ph type="subTitle" idx="13"/>
          </p:nvPr>
        </p:nvSpPr>
        <p:spPr>
          <a:xfrm>
            <a:off x="3468130" y="1464743"/>
            <a:ext cx="1782561" cy="31097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DATASET OVERVIEW</a:t>
            </a:r>
            <a:endParaRPr dirty="0"/>
          </a:p>
        </p:txBody>
      </p:sp>
      <p:sp>
        <p:nvSpPr>
          <p:cNvPr id="11" name="Google Shape;144;p31">
            <a:extLst>
              <a:ext uri="{FF2B5EF4-FFF2-40B4-BE49-F238E27FC236}">
                <a16:creationId xmlns:a16="http://schemas.microsoft.com/office/drawing/2014/main" id="{B8C04E35-900E-07E3-F4E2-0D2C21016887}"/>
              </a:ext>
            </a:extLst>
          </p:cNvPr>
          <p:cNvSpPr txBox="1">
            <a:spLocks/>
          </p:cNvSpPr>
          <p:nvPr/>
        </p:nvSpPr>
        <p:spPr>
          <a:xfrm>
            <a:off x="3633636" y="2738514"/>
            <a:ext cx="1468451" cy="33982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1pPr>
            <a:lvl2pPr marL="914400" marR="0" lvl="1"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2pPr>
            <a:lvl3pPr marL="1371600" marR="0" lvl="2"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3pPr>
            <a:lvl4pPr marL="1828800" marR="0" lvl="3"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4pPr>
            <a:lvl5pPr marL="2286000" marR="0" lvl="4"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5pPr>
            <a:lvl6pPr marL="2743200" marR="0" lvl="5"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6pPr>
            <a:lvl7pPr marL="3200400" marR="0" lvl="6"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7pPr>
            <a:lvl8pPr marL="3657600" marR="0" lvl="7"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8pPr>
            <a:lvl9pPr marL="4114800" marR="0" lvl="8"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9pPr>
          </a:lstStyle>
          <a:p>
            <a:pPr marL="0" indent="0"/>
            <a:r>
              <a:rPr lang="en-GB" dirty="0"/>
              <a:t>O</a:t>
            </a:r>
            <a:r>
              <a:rPr lang="en-IN" dirty="0"/>
              <a:t>PTIMIZATION</a:t>
            </a:r>
          </a:p>
        </p:txBody>
      </p:sp>
      <p:sp>
        <p:nvSpPr>
          <p:cNvPr id="12" name="Google Shape;146;p31">
            <a:extLst>
              <a:ext uri="{FF2B5EF4-FFF2-40B4-BE49-F238E27FC236}">
                <a16:creationId xmlns:a16="http://schemas.microsoft.com/office/drawing/2014/main" id="{D8BDE18B-BBB6-1D32-C5D8-338FE7DA1D88}"/>
              </a:ext>
            </a:extLst>
          </p:cNvPr>
          <p:cNvSpPr txBox="1">
            <a:spLocks/>
          </p:cNvSpPr>
          <p:nvPr/>
        </p:nvSpPr>
        <p:spPr>
          <a:xfrm>
            <a:off x="3922282" y="3362863"/>
            <a:ext cx="820059" cy="66737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1pPr>
            <a:lvl2pPr marR="0" lvl="1"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2pPr>
            <a:lvl3pPr marR="0" lvl="2"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3pPr>
            <a:lvl4pPr marR="0" lvl="3"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4pPr>
            <a:lvl5pPr marR="0" lvl="4"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5pPr>
            <a:lvl6pPr marR="0" lvl="5"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6pPr>
            <a:lvl7pPr marR="0" lvl="6"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7pPr>
            <a:lvl8pPr marR="0" lvl="7"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8pPr>
            <a:lvl9pPr marR="0" lvl="8"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9pPr>
          </a:lstStyle>
          <a:p>
            <a:r>
              <a:rPr lang="en" sz="4400" dirty="0"/>
              <a:t>06</a:t>
            </a:r>
          </a:p>
        </p:txBody>
      </p:sp>
      <p:sp>
        <p:nvSpPr>
          <p:cNvPr id="13" name="Google Shape;147;p31">
            <a:extLst>
              <a:ext uri="{FF2B5EF4-FFF2-40B4-BE49-F238E27FC236}">
                <a16:creationId xmlns:a16="http://schemas.microsoft.com/office/drawing/2014/main" id="{E75D3C8B-A988-E513-4305-6736D418E71F}"/>
              </a:ext>
            </a:extLst>
          </p:cNvPr>
          <p:cNvSpPr txBox="1">
            <a:spLocks/>
          </p:cNvSpPr>
          <p:nvPr/>
        </p:nvSpPr>
        <p:spPr>
          <a:xfrm>
            <a:off x="3637205" y="4085275"/>
            <a:ext cx="1464881" cy="42002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1pPr>
            <a:lvl2pPr marL="914400" marR="0" lvl="1"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2pPr>
            <a:lvl3pPr marL="1371600" marR="0" lvl="2"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3pPr>
            <a:lvl4pPr marL="1828800" marR="0" lvl="3"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4pPr>
            <a:lvl5pPr marL="2286000" marR="0" lvl="4"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5pPr>
            <a:lvl6pPr marL="2743200" marR="0" lvl="5"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6pPr>
            <a:lvl7pPr marL="3200400" marR="0" lvl="6"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7pPr>
            <a:lvl8pPr marL="3657600" marR="0" lvl="7"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8pPr>
            <a:lvl9pPr marL="4114800" marR="0" lvl="8"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9pPr>
          </a:lstStyle>
          <a:p>
            <a:pPr marL="0" indent="0"/>
            <a:r>
              <a:rPr lang="en-IN" dirty="0"/>
              <a:t>METHODOLOGY</a:t>
            </a:r>
          </a:p>
        </p:txBody>
      </p:sp>
      <p:sp>
        <p:nvSpPr>
          <p:cNvPr id="14" name="Google Shape;138;p31">
            <a:extLst>
              <a:ext uri="{FF2B5EF4-FFF2-40B4-BE49-F238E27FC236}">
                <a16:creationId xmlns:a16="http://schemas.microsoft.com/office/drawing/2014/main" id="{5AE6BD19-8D43-51E4-D41B-312986B70986}"/>
              </a:ext>
            </a:extLst>
          </p:cNvPr>
          <p:cNvSpPr/>
          <p:nvPr/>
        </p:nvSpPr>
        <p:spPr>
          <a:xfrm>
            <a:off x="6363728" y="537900"/>
            <a:ext cx="2206487" cy="4067700"/>
          </a:xfrm>
          <a:prstGeom prst="snip2DiagRect">
            <a:avLst>
              <a:gd name="adj1" fmla="val 0"/>
              <a:gd name="adj2"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43;p31">
            <a:extLst>
              <a:ext uri="{FF2B5EF4-FFF2-40B4-BE49-F238E27FC236}">
                <a16:creationId xmlns:a16="http://schemas.microsoft.com/office/drawing/2014/main" id="{3BC61013-CB19-31EE-1279-CEFF14314543}"/>
              </a:ext>
            </a:extLst>
          </p:cNvPr>
          <p:cNvSpPr txBox="1">
            <a:spLocks/>
          </p:cNvSpPr>
          <p:nvPr/>
        </p:nvSpPr>
        <p:spPr>
          <a:xfrm>
            <a:off x="7162438" y="909159"/>
            <a:ext cx="781346" cy="67004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1pPr>
            <a:lvl2pPr marR="0" lvl="1"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2pPr>
            <a:lvl3pPr marR="0" lvl="2"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3pPr>
            <a:lvl4pPr marR="0" lvl="3"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4pPr>
            <a:lvl5pPr marR="0" lvl="4"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5pPr>
            <a:lvl6pPr marR="0" lvl="5"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6pPr>
            <a:lvl7pPr marR="0" lvl="6"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7pPr>
            <a:lvl8pPr marR="0" lvl="7"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8pPr>
            <a:lvl9pPr marR="0" lvl="8"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9pPr>
          </a:lstStyle>
          <a:p>
            <a:r>
              <a:rPr lang="en" sz="4400" dirty="0"/>
              <a:t>07</a:t>
            </a:r>
          </a:p>
        </p:txBody>
      </p:sp>
      <p:sp>
        <p:nvSpPr>
          <p:cNvPr id="16" name="Google Shape;144;p31">
            <a:extLst>
              <a:ext uri="{FF2B5EF4-FFF2-40B4-BE49-F238E27FC236}">
                <a16:creationId xmlns:a16="http://schemas.microsoft.com/office/drawing/2014/main" id="{3DEE9953-4645-4BA3-4E07-B985BF889B67}"/>
              </a:ext>
            </a:extLst>
          </p:cNvPr>
          <p:cNvSpPr txBox="1">
            <a:spLocks/>
          </p:cNvSpPr>
          <p:nvPr/>
        </p:nvSpPr>
        <p:spPr>
          <a:xfrm>
            <a:off x="6818884" y="1687125"/>
            <a:ext cx="1468451" cy="33982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1pPr>
            <a:lvl2pPr marL="914400" marR="0" lvl="1"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2pPr>
            <a:lvl3pPr marL="1371600" marR="0" lvl="2"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3pPr>
            <a:lvl4pPr marL="1828800" marR="0" lvl="3"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4pPr>
            <a:lvl5pPr marL="2286000" marR="0" lvl="4"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5pPr>
            <a:lvl6pPr marL="2743200" marR="0" lvl="5"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6pPr>
            <a:lvl7pPr marL="3200400" marR="0" lvl="6"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7pPr>
            <a:lvl8pPr marL="3657600" marR="0" lvl="7"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8pPr>
            <a:lvl9pPr marL="4114800" marR="0" lvl="8"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9pPr>
          </a:lstStyle>
          <a:p>
            <a:pPr marL="0" indent="0"/>
            <a:r>
              <a:rPr lang="en-GB" dirty="0"/>
              <a:t>FINAL RESULTS</a:t>
            </a:r>
            <a:endParaRPr lang="en-IN" dirty="0"/>
          </a:p>
        </p:txBody>
      </p:sp>
      <p:sp>
        <p:nvSpPr>
          <p:cNvPr id="17" name="Google Shape;143;p31">
            <a:extLst>
              <a:ext uri="{FF2B5EF4-FFF2-40B4-BE49-F238E27FC236}">
                <a16:creationId xmlns:a16="http://schemas.microsoft.com/office/drawing/2014/main" id="{E4F8E22B-DD26-5031-4AED-9C040B88DF52}"/>
              </a:ext>
            </a:extLst>
          </p:cNvPr>
          <p:cNvSpPr txBox="1">
            <a:spLocks/>
          </p:cNvSpPr>
          <p:nvPr/>
        </p:nvSpPr>
        <p:spPr>
          <a:xfrm>
            <a:off x="4074682" y="2182435"/>
            <a:ext cx="781346" cy="67004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1pPr>
            <a:lvl2pPr marR="0" lvl="1"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2pPr>
            <a:lvl3pPr marR="0" lvl="2"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3pPr>
            <a:lvl4pPr marR="0" lvl="3"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4pPr>
            <a:lvl5pPr marR="0" lvl="4"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5pPr>
            <a:lvl6pPr marR="0" lvl="5"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6pPr>
            <a:lvl7pPr marR="0" lvl="6"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7pPr>
            <a:lvl8pPr marR="0" lvl="7"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8pPr>
            <a:lvl9pPr marR="0" lvl="8"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9pPr>
          </a:lstStyle>
          <a:p>
            <a:r>
              <a:rPr lang="en" sz="4400" dirty="0"/>
              <a:t>05</a:t>
            </a:r>
          </a:p>
        </p:txBody>
      </p:sp>
      <p:sp>
        <p:nvSpPr>
          <p:cNvPr id="18" name="Google Shape;143;p31">
            <a:extLst>
              <a:ext uri="{FF2B5EF4-FFF2-40B4-BE49-F238E27FC236}">
                <a16:creationId xmlns:a16="http://schemas.microsoft.com/office/drawing/2014/main" id="{42C8A2D4-C288-450F-B110-DCC69D751746}"/>
              </a:ext>
            </a:extLst>
          </p:cNvPr>
          <p:cNvSpPr txBox="1">
            <a:spLocks/>
          </p:cNvSpPr>
          <p:nvPr/>
        </p:nvSpPr>
        <p:spPr>
          <a:xfrm>
            <a:off x="7162438" y="2535044"/>
            <a:ext cx="781346" cy="67004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1pPr>
            <a:lvl2pPr marR="0" lvl="1"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2pPr>
            <a:lvl3pPr marR="0" lvl="2"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3pPr>
            <a:lvl4pPr marR="0" lvl="3"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4pPr>
            <a:lvl5pPr marR="0" lvl="4"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5pPr>
            <a:lvl6pPr marR="0" lvl="5"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6pPr>
            <a:lvl7pPr marR="0" lvl="6"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7pPr>
            <a:lvl8pPr marR="0" lvl="7"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8pPr>
            <a:lvl9pPr marR="0" lvl="8" algn="ctr" rtl="0">
              <a:lnSpc>
                <a:spcPct val="100000"/>
              </a:lnSpc>
              <a:spcBef>
                <a:spcPts val="0"/>
              </a:spcBef>
              <a:spcAft>
                <a:spcPts val="0"/>
              </a:spcAft>
              <a:buClr>
                <a:schemeClr val="accent1"/>
              </a:buClr>
              <a:buSzPts val="5500"/>
              <a:buFont typeface="Oswald"/>
              <a:buNone/>
              <a:defRPr sz="5500" b="1" i="0" u="none" strike="noStrike" cap="none">
                <a:solidFill>
                  <a:schemeClr val="accent1"/>
                </a:solidFill>
                <a:latin typeface="Oswald"/>
                <a:ea typeface="Oswald"/>
                <a:cs typeface="Oswald"/>
                <a:sym typeface="Oswald"/>
              </a:defRPr>
            </a:lvl9pPr>
          </a:lstStyle>
          <a:p>
            <a:r>
              <a:rPr lang="en" sz="4400" dirty="0"/>
              <a:t>08 </a:t>
            </a:r>
          </a:p>
        </p:txBody>
      </p:sp>
      <p:sp>
        <p:nvSpPr>
          <p:cNvPr id="19" name="Google Shape;144;p31">
            <a:extLst>
              <a:ext uri="{FF2B5EF4-FFF2-40B4-BE49-F238E27FC236}">
                <a16:creationId xmlns:a16="http://schemas.microsoft.com/office/drawing/2014/main" id="{08F2B117-3161-2A54-F9A0-43F5DC113D86}"/>
              </a:ext>
            </a:extLst>
          </p:cNvPr>
          <p:cNvSpPr txBox="1">
            <a:spLocks/>
          </p:cNvSpPr>
          <p:nvPr/>
        </p:nvSpPr>
        <p:spPr>
          <a:xfrm>
            <a:off x="6818885" y="3268601"/>
            <a:ext cx="1468451" cy="33982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1pPr>
            <a:lvl2pPr marL="914400" marR="0" lvl="1"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2pPr>
            <a:lvl3pPr marL="1371600" marR="0" lvl="2"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3pPr>
            <a:lvl4pPr marL="1828800" marR="0" lvl="3"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4pPr>
            <a:lvl5pPr marL="2286000" marR="0" lvl="4"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5pPr>
            <a:lvl6pPr marL="2743200" marR="0" lvl="5"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6pPr>
            <a:lvl7pPr marL="3200400" marR="0" lvl="6"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7pPr>
            <a:lvl8pPr marL="3657600" marR="0" lvl="7"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8pPr>
            <a:lvl9pPr marL="4114800" marR="0" lvl="8" indent="-317500" algn="ctr" rtl="0">
              <a:lnSpc>
                <a:spcPct val="115000"/>
              </a:lnSpc>
              <a:spcBef>
                <a:spcPts val="0"/>
              </a:spcBef>
              <a:spcAft>
                <a:spcPts val="0"/>
              </a:spcAft>
              <a:buClr>
                <a:schemeClr val="dk1"/>
              </a:buClr>
              <a:buSzPts val="1400"/>
              <a:buFont typeface="Open Sans"/>
              <a:buNone/>
              <a:defRPr sz="1600" b="1" i="0" u="none" strike="noStrike" cap="none">
                <a:solidFill>
                  <a:schemeClr val="dk1"/>
                </a:solidFill>
                <a:latin typeface="Oswald"/>
                <a:ea typeface="Oswald"/>
                <a:cs typeface="Oswald"/>
                <a:sym typeface="Oswald"/>
              </a:defRPr>
            </a:lvl9pPr>
          </a:lstStyle>
          <a:p>
            <a:pPr marL="0" indent="0"/>
            <a:r>
              <a:rPr lang="en-GB" dirty="0"/>
              <a:t>TEAM MEMBERS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62B0992C-4D94-4A5B-E554-A98C352DBD20}"/>
            </a:ext>
          </a:extLst>
        </p:cNvPr>
        <p:cNvGrpSpPr/>
        <p:nvPr/>
      </p:nvGrpSpPr>
      <p:grpSpPr>
        <a:xfrm>
          <a:off x="0" y="0"/>
          <a:ext cx="0" cy="0"/>
          <a:chOff x="0" y="0"/>
          <a:chExt cx="0" cy="0"/>
        </a:xfrm>
      </p:grpSpPr>
      <p:sp>
        <p:nvSpPr>
          <p:cNvPr id="164" name="Google Shape;164;p33">
            <a:extLst>
              <a:ext uri="{FF2B5EF4-FFF2-40B4-BE49-F238E27FC236}">
                <a16:creationId xmlns:a16="http://schemas.microsoft.com/office/drawing/2014/main" id="{9FB16AC1-AFEB-8A37-B796-7DE222D35120}"/>
              </a:ext>
            </a:extLst>
          </p:cNvPr>
          <p:cNvSpPr txBox="1">
            <a:spLocks noGrp="1"/>
          </p:cNvSpPr>
          <p:nvPr>
            <p:ph type="title"/>
          </p:nvPr>
        </p:nvSpPr>
        <p:spPr>
          <a:xfrm>
            <a:off x="991800" y="537875"/>
            <a:ext cx="7160400" cy="479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a:t>
            </a:r>
            <a:endParaRPr dirty="0"/>
          </a:p>
        </p:txBody>
      </p:sp>
      <p:sp>
        <p:nvSpPr>
          <p:cNvPr id="165" name="Google Shape;165;p33">
            <a:extLst>
              <a:ext uri="{FF2B5EF4-FFF2-40B4-BE49-F238E27FC236}">
                <a16:creationId xmlns:a16="http://schemas.microsoft.com/office/drawing/2014/main" id="{E7BC433A-9188-24CB-49C7-41ECCEA5D5B5}"/>
              </a:ext>
            </a:extLst>
          </p:cNvPr>
          <p:cNvSpPr txBox="1">
            <a:spLocks noGrp="1"/>
          </p:cNvSpPr>
          <p:nvPr>
            <p:ph type="body" idx="1"/>
          </p:nvPr>
        </p:nvSpPr>
        <p:spPr>
          <a:xfrm>
            <a:off x="991800" y="1310899"/>
            <a:ext cx="7160400" cy="2983800"/>
          </a:xfrm>
          <a:prstGeom prst="rect">
            <a:avLst/>
          </a:prstGeom>
        </p:spPr>
        <p:txBody>
          <a:bodyPr spcFirstLastPara="1" wrap="square" lIns="91425" tIns="91425" rIns="91425" bIns="91425" anchor="t" anchorCtr="0">
            <a:noAutofit/>
          </a:bodyPr>
          <a:lstStyle/>
          <a:p>
            <a:pPr marL="0" lvl="0" indent="0">
              <a:buNone/>
            </a:pPr>
            <a:r>
              <a:rPr lang="en-US" dirty="0"/>
              <a:t>Healthcare facilities such as nursing homes and hospitals rely heavily on effective nurse staffing to ensure quality patient care. Proper allocation of Registered Nurses (RNs), Licensed Practical Nurses (LPNs), and Certified Nursing Assistants (CNAs) is critical not only to meet patient care standards but also to control labor costs.</a:t>
            </a:r>
          </a:p>
          <a:p>
            <a:pPr marL="0" lvl="0" indent="0">
              <a:buNone/>
            </a:pPr>
            <a:br>
              <a:rPr lang="en-US" dirty="0"/>
            </a:br>
            <a:r>
              <a:rPr lang="en-US" dirty="0"/>
              <a:t>Traditional scheduling methods are often manual, time-consuming, and prone to inefficiencies such as overutilization, underutilization, and excessive overtime. With the availability of large-scale staffing datasets from the Centers for Medicare &amp; Medicaid Services (CMS), optimization techniques can be applied to design cost-effective staffing plans while maintaining compliance with regulatory requirements.</a:t>
            </a:r>
            <a:endParaRPr dirty="0"/>
          </a:p>
        </p:txBody>
      </p:sp>
    </p:spTree>
    <p:extLst>
      <p:ext uri="{BB962C8B-B14F-4D97-AF65-F5344CB8AC3E}">
        <p14:creationId xmlns:p14="http://schemas.microsoft.com/office/powerpoint/2010/main" val="1524146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FBFEE537-9D24-B4A4-09F8-355389CB55B7}"/>
            </a:ext>
          </a:extLst>
        </p:cNvPr>
        <p:cNvGrpSpPr/>
        <p:nvPr/>
      </p:nvGrpSpPr>
      <p:grpSpPr>
        <a:xfrm>
          <a:off x="0" y="0"/>
          <a:ext cx="0" cy="0"/>
          <a:chOff x="0" y="0"/>
          <a:chExt cx="0" cy="0"/>
        </a:xfrm>
      </p:grpSpPr>
      <p:sp>
        <p:nvSpPr>
          <p:cNvPr id="164" name="Google Shape;164;p33">
            <a:extLst>
              <a:ext uri="{FF2B5EF4-FFF2-40B4-BE49-F238E27FC236}">
                <a16:creationId xmlns:a16="http://schemas.microsoft.com/office/drawing/2014/main" id="{EE12D435-719B-BC64-72D9-7E90FF2430DD}"/>
              </a:ext>
            </a:extLst>
          </p:cNvPr>
          <p:cNvSpPr txBox="1">
            <a:spLocks noGrp="1"/>
          </p:cNvSpPr>
          <p:nvPr>
            <p:ph type="title"/>
          </p:nvPr>
        </p:nvSpPr>
        <p:spPr>
          <a:xfrm>
            <a:off x="991800" y="537875"/>
            <a:ext cx="7160400" cy="479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PROBLEM STATEMENT</a:t>
            </a:r>
            <a:endParaRPr dirty="0"/>
          </a:p>
        </p:txBody>
      </p:sp>
      <p:sp>
        <p:nvSpPr>
          <p:cNvPr id="165" name="Google Shape;165;p33">
            <a:extLst>
              <a:ext uri="{FF2B5EF4-FFF2-40B4-BE49-F238E27FC236}">
                <a16:creationId xmlns:a16="http://schemas.microsoft.com/office/drawing/2014/main" id="{84CF32C0-6EBD-F39C-51E7-CEEFCCE19403}"/>
              </a:ext>
            </a:extLst>
          </p:cNvPr>
          <p:cNvSpPr txBox="1">
            <a:spLocks noGrp="1"/>
          </p:cNvSpPr>
          <p:nvPr>
            <p:ph type="body" idx="1"/>
          </p:nvPr>
        </p:nvSpPr>
        <p:spPr>
          <a:xfrm>
            <a:off x="991800" y="1456673"/>
            <a:ext cx="7160400" cy="2983800"/>
          </a:xfrm>
          <a:prstGeom prst="rect">
            <a:avLst/>
          </a:prstGeom>
        </p:spPr>
        <p:txBody>
          <a:bodyPr spcFirstLastPara="1" wrap="square" lIns="91425" tIns="91425" rIns="91425" bIns="91425" anchor="t" anchorCtr="0">
            <a:noAutofit/>
          </a:bodyPr>
          <a:lstStyle/>
          <a:p>
            <a:pPr marL="139700" indent="0">
              <a:buNone/>
            </a:pPr>
            <a:r>
              <a:rPr lang="en-US" dirty="0"/>
              <a:t>Nursing homes face the dual challenge of:</a:t>
            </a:r>
          </a:p>
          <a:p>
            <a:pPr marL="139700" indent="0">
              <a:buNone/>
            </a:pPr>
            <a:endParaRPr lang="en-US" dirty="0"/>
          </a:p>
          <a:p>
            <a:r>
              <a:rPr lang="en-US" dirty="0"/>
              <a:t>Ensuring </a:t>
            </a:r>
            <a:r>
              <a:rPr lang="en-US" b="1" dirty="0"/>
              <a:t>minimum and maximizing  staffing requirements</a:t>
            </a:r>
            <a:r>
              <a:rPr lang="en-US" dirty="0"/>
              <a:t> for each category of nurse per resident per day.</a:t>
            </a:r>
          </a:p>
          <a:p>
            <a:pPr marL="139700" indent="0">
              <a:buNone/>
            </a:pPr>
            <a:endParaRPr lang="en-US" dirty="0"/>
          </a:p>
          <a:p>
            <a:pPr marL="139700" indent="0">
              <a:buNone/>
            </a:pPr>
            <a:r>
              <a:rPr lang="en-US" dirty="0"/>
              <a:t>Manual scheduling often fails to achieve this balance, resulting in poor care quality or inflated costs. There is a need for an </a:t>
            </a:r>
            <a:r>
              <a:rPr lang="en-US" b="1" dirty="0"/>
              <a:t>automated optimization approach</a:t>
            </a:r>
            <a:r>
              <a:rPr lang="en-US" dirty="0"/>
              <a:t> that can generate optimal staffing schedules based on real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964350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476B3915-7F69-9515-1DB1-B090796A8448}"/>
            </a:ext>
          </a:extLst>
        </p:cNvPr>
        <p:cNvGrpSpPr/>
        <p:nvPr/>
      </p:nvGrpSpPr>
      <p:grpSpPr>
        <a:xfrm>
          <a:off x="0" y="0"/>
          <a:ext cx="0" cy="0"/>
          <a:chOff x="0" y="0"/>
          <a:chExt cx="0" cy="0"/>
        </a:xfrm>
      </p:grpSpPr>
      <p:sp>
        <p:nvSpPr>
          <p:cNvPr id="164" name="Google Shape;164;p33">
            <a:extLst>
              <a:ext uri="{FF2B5EF4-FFF2-40B4-BE49-F238E27FC236}">
                <a16:creationId xmlns:a16="http://schemas.microsoft.com/office/drawing/2014/main" id="{B879C0A4-267E-5457-4D39-69CF028CE73A}"/>
              </a:ext>
            </a:extLst>
          </p:cNvPr>
          <p:cNvSpPr txBox="1">
            <a:spLocks noGrp="1"/>
          </p:cNvSpPr>
          <p:nvPr>
            <p:ph type="title"/>
          </p:nvPr>
        </p:nvSpPr>
        <p:spPr>
          <a:xfrm>
            <a:off x="991800" y="537875"/>
            <a:ext cx="7160400" cy="479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OBJECTIVES</a:t>
            </a:r>
            <a:endParaRPr dirty="0"/>
          </a:p>
        </p:txBody>
      </p:sp>
      <p:sp>
        <p:nvSpPr>
          <p:cNvPr id="165" name="Google Shape;165;p33">
            <a:extLst>
              <a:ext uri="{FF2B5EF4-FFF2-40B4-BE49-F238E27FC236}">
                <a16:creationId xmlns:a16="http://schemas.microsoft.com/office/drawing/2014/main" id="{ED908A35-6678-4EED-43DD-A43B290ABE51}"/>
              </a:ext>
            </a:extLst>
          </p:cNvPr>
          <p:cNvSpPr txBox="1">
            <a:spLocks noGrp="1"/>
          </p:cNvSpPr>
          <p:nvPr>
            <p:ph type="body" idx="1"/>
          </p:nvPr>
        </p:nvSpPr>
        <p:spPr>
          <a:xfrm>
            <a:off x="991800" y="1622325"/>
            <a:ext cx="7160400" cy="2983800"/>
          </a:xfrm>
          <a:prstGeom prst="rect">
            <a:avLst/>
          </a:prstGeom>
        </p:spPr>
        <p:txBody>
          <a:bodyPr spcFirstLastPara="1" wrap="square" lIns="91425" tIns="91425" rIns="91425" bIns="91425" anchor="t" anchorCtr="0">
            <a:noAutofit/>
          </a:bodyPr>
          <a:lstStyle/>
          <a:p>
            <a:pPr marL="139700" indent="0">
              <a:buNone/>
            </a:pPr>
            <a:r>
              <a:rPr lang="en-US" dirty="0"/>
              <a:t>To develop an optimization model for nurse staffing that:</a:t>
            </a:r>
          </a:p>
          <a:p>
            <a:pPr>
              <a:lnSpc>
                <a:spcPct val="200000"/>
              </a:lnSpc>
            </a:pPr>
            <a:r>
              <a:rPr lang="en-US" dirty="0"/>
              <a:t>Ensures compliance with CMS staffing standards (hours per resident per day).</a:t>
            </a:r>
          </a:p>
          <a:p>
            <a:pPr>
              <a:lnSpc>
                <a:spcPct val="200000"/>
              </a:lnSpc>
            </a:pPr>
            <a:r>
              <a:rPr lang="en-US" dirty="0"/>
              <a:t>Balances staff workload to reduce overtime dependency.</a:t>
            </a:r>
          </a:p>
          <a:p>
            <a:pPr>
              <a:lnSpc>
                <a:spcPct val="200000"/>
              </a:lnSpc>
            </a:pPr>
            <a:r>
              <a:rPr lang="en-US" dirty="0"/>
              <a:t>Provides actionable scheduling insights for nursing home administrators.</a:t>
            </a:r>
          </a:p>
          <a:p>
            <a:pPr>
              <a:lnSpc>
                <a:spcPct val="200000"/>
              </a:lnSpc>
            </a:pPr>
            <a:r>
              <a:rPr lang="en-US" dirty="0"/>
              <a:t>Balance facility staff members with over-time schedule and minimum-time schedule.</a:t>
            </a:r>
          </a:p>
        </p:txBody>
      </p:sp>
    </p:spTree>
    <p:extLst>
      <p:ext uri="{BB962C8B-B14F-4D97-AF65-F5344CB8AC3E}">
        <p14:creationId xmlns:p14="http://schemas.microsoft.com/office/powerpoint/2010/main" val="3261410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8D614642-7019-1890-9931-BE139C1EAD4B}"/>
            </a:ext>
          </a:extLst>
        </p:cNvPr>
        <p:cNvGrpSpPr/>
        <p:nvPr/>
      </p:nvGrpSpPr>
      <p:grpSpPr>
        <a:xfrm>
          <a:off x="0" y="0"/>
          <a:ext cx="0" cy="0"/>
          <a:chOff x="0" y="0"/>
          <a:chExt cx="0" cy="0"/>
        </a:xfrm>
      </p:grpSpPr>
      <p:sp>
        <p:nvSpPr>
          <p:cNvPr id="164" name="Google Shape;164;p33">
            <a:extLst>
              <a:ext uri="{FF2B5EF4-FFF2-40B4-BE49-F238E27FC236}">
                <a16:creationId xmlns:a16="http://schemas.microsoft.com/office/drawing/2014/main" id="{A7F9A153-81A2-FDFB-BE27-0C25F8D8248E}"/>
              </a:ext>
            </a:extLst>
          </p:cNvPr>
          <p:cNvSpPr txBox="1">
            <a:spLocks noGrp="1"/>
          </p:cNvSpPr>
          <p:nvPr>
            <p:ph type="title"/>
          </p:nvPr>
        </p:nvSpPr>
        <p:spPr>
          <a:xfrm>
            <a:off x="991800" y="537875"/>
            <a:ext cx="7160400" cy="479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DATASET OVERVIEW</a:t>
            </a:r>
            <a:endParaRPr dirty="0"/>
          </a:p>
        </p:txBody>
      </p:sp>
      <p:sp>
        <p:nvSpPr>
          <p:cNvPr id="3" name="Text Placeholder 2">
            <a:extLst>
              <a:ext uri="{FF2B5EF4-FFF2-40B4-BE49-F238E27FC236}">
                <a16:creationId xmlns:a16="http://schemas.microsoft.com/office/drawing/2014/main" id="{5A265091-217D-1AEC-E55F-72D056601DEC}"/>
              </a:ext>
            </a:extLst>
          </p:cNvPr>
          <p:cNvSpPr>
            <a:spLocks noGrp="1" noChangeArrowheads="1"/>
          </p:cNvSpPr>
          <p:nvPr>
            <p:ph type="body" idx="1"/>
          </p:nvPr>
        </p:nvSpPr>
        <p:spPr bwMode="auto">
          <a:xfrm>
            <a:off x="992188" y="1313388"/>
            <a:ext cx="784702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Dataset: </a:t>
            </a:r>
            <a:r>
              <a:rPr kumimoji="0" lang="en-US" altLang="en-US"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CMS Payroll-Based Journal (PBJ) Daily Nurse Staffing – 2025 Q1 Key Attributes: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facility_id</a:t>
            </a: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Unique nursing home identifier.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date: Day of staffing record.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job_title</a:t>
            </a: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Staff role (RN, LPN, CNA).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hours_worked</a:t>
            </a: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Total hours worked by that role.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census: Number of residents in the facility.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Derived Metric:</a:t>
            </a:r>
            <a:endPar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Hours Per Resident Day (HPRD)</a:t>
            </a: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a:t>
            </a:r>
            <a:r>
              <a:rPr kumimoji="0" lang="en-US" altLang="en-US" b="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hours_worked</a:t>
            </a: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census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CMS Guidelines: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RN HPRD ≥ 0.75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LPN HPRD ≥ 0.55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CNA HPRD ≥ 2.25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28928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5E889-B6FD-C675-5DC5-BD2239AFCE6C}"/>
              </a:ext>
            </a:extLst>
          </p:cNvPr>
          <p:cNvSpPr>
            <a:spLocks noGrp="1"/>
          </p:cNvSpPr>
          <p:nvPr>
            <p:ph type="title"/>
          </p:nvPr>
        </p:nvSpPr>
        <p:spPr/>
        <p:txBody>
          <a:bodyPr/>
          <a:lstStyle/>
          <a:p>
            <a:r>
              <a:rPr lang="en-IN" sz="2000" dirty="0"/>
              <a:t>DECISION VARIABLES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E095FDC-6029-F1E4-3671-E87E31A87721}"/>
                  </a:ext>
                </a:extLst>
              </p:cNvPr>
              <p:cNvSpPr>
                <a:spLocks noGrp="1"/>
              </p:cNvSpPr>
              <p:nvPr>
                <p:ph type="body" idx="1"/>
              </p:nvPr>
            </p:nvSpPr>
            <p:spPr>
              <a:xfrm>
                <a:off x="991800" y="1622325"/>
                <a:ext cx="7560934" cy="3265934"/>
              </a:xfrm>
            </p:spPr>
            <p:txBody>
              <a:bodyPr/>
              <a:lstStyle/>
              <a:p>
                <a:r>
                  <a:rPr lang="en-IN" b="1" dirty="0"/>
                  <a:t>DECISION VARIABLES:</a:t>
                </a:r>
              </a:p>
              <a:p>
                <a14:m>
                  <m:oMath xmlns:m="http://schemas.openxmlformats.org/officeDocument/2006/math">
                    <m:sSubSup>
                      <m:sSubSupPr>
                        <m:ctrlPr>
                          <a:rPr lang="en-IN" b="1" i="1" smtClean="0">
                            <a:latin typeface="Cambria Math" panose="02040503050406030204" pitchFamily="18" charset="0"/>
                          </a:rPr>
                        </m:ctrlPr>
                      </m:sSubSupPr>
                      <m:e>
                        <m:r>
                          <a:rPr lang="en-IN" b="1" i="1" smtClean="0">
                            <a:latin typeface="Cambria Math" panose="02040503050406030204" pitchFamily="18" charset="0"/>
                          </a:rPr>
                          <m:t>𝑿</m:t>
                        </m:r>
                      </m:e>
                      <m:sub>
                        <m:r>
                          <a:rPr lang="en-IN" b="1" i="1" smtClean="0">
                            <a:latin typeface="Cambria Math" panose="02040503050406030204" pitchFamily="18" charset="0"/>
                          </a:rPr>
                          <m:t>𝒇</m:t>
                        </m:r>
                      </m:sub>
                      <m:sup>
                        <m:r>
                          <a:rPr lang="en-IN" b="1" i="1" smtClean="0">
                            <a:latin typeface="Cambria Math" panose="02040503050406030204" pitchFamily="18" charset="0"/>
                          </a:rPr>
                          <m:t>𝑹𝑵</m:t>
                        </m:r>
                        <m:r>
                          <a:rPr lang="en-IN" b="1" i="1" smtClean="0">
                            <a:latin typeface="Cambria Math" panose="02040503050406030204" pitchFamily="18" charset="0"/>
                          </a:rPr>
                          <m:t>,</m:t>
                        </m:r>
                        <m:r>
                          <a:rPr lang="en-IN" b="1" i="1" smtClean="0">
                            <a:latin typeface="Cambria Math" panose="02040503050406030204" pitchFamily="18" charset="0"/>
                          </a:rPr>
                          <m:t>𝒆𝒎𝒑</m:t>
                        </m:r>
                      </m:sup>
                    </m:sSubSup>
                  </m:oMath>
                </a14:m>
                <a:r>
                  <a:rPr lang="en-IN" b="1" dirty="0"/>
                  <a:t> : </a:t>
                </a:r>
                <a:r>
                  <a:rPr lang="en-IN" dirty="0"/>
                  <a:t>Total </a:t>
                </a:r>
                <a:r>
                  <a:rPr lang="en-US" dirty="0"/>
                  <a:t>RN</a:t>
                </a:r>
                <a:r>
                  <a:rPr lang="en-US" b="1" dirty="0"/>
                  <a:t> </a:t>
                </a:r>
                <a:r>
                  <a:rPr lang="en-US" dirty="0"/>
                  <a:t>direct-care hours from employees.</a:t>
                </a:r>
              </a:p>
              <a:p>
                <a14:m>
                  <m:oMath xmlns:m="http://schemas.openxmlformats.org/officeDocument/2006/math">
                    <m:sSubSup>
                      <m:sSubSupPr>
                        <m:ctrlPr>
                          <a:rPr lang="en-IN" b="1" i="1" smtClean="0">
                            <a:latin typeface="Cambria Math" panose="02040503050406030204" pitchFamily="18" charset="0"/>
                          </a:rPr>
                        </m:ctrlPr>
                      </m:sSubSupPr>
                      <m:e>
                        <m:r>
                          <a:rPr lang="en-IN" b="1" i="1" smtClean="0">
                            <a:latin typeface="Cambria Math" panose="02040503050406030204" pitchFamily="18" charset="0"/>
                          </a:rPr>
                          <m:t>𝒙</m:t>
                        </m:r>
                      </m:e>
                      <m:sub>
                        <m:r>
                          <a:rPr lang="en-IN" b="1" i="1" smtClean="0">
                            <a:latin typeface="Cambria Math" panose="02040503050406030204" pitchFamily="18" charset="0"/>
                          </a:rPr>
                          <m:t>𝒇</m:t>
                        </m:r>
                      </m:sub>
                      <m:sup>
                        <m:r>
                          <a:rPr lang="en-IN" b="1" i="1" smtClean="0">
                            <a:latin typeface="Cambria Math" panose="02040503050406030204" pitchFamily="18" charset="0"/>
                          </a:rPr>
                          <m:t>𝑹𝑵</m:t>
                        </m:r>
                        <m:r>
                          <a:rPr lang="en-IN" b="1" i="1" smtClean="0">
                            <a:latin typeface="Cambria Math" panose="02040503050406030204" pitchFamily="18" charset="0"/>
                          </a:rPr>
                          <m:t>,</m:t>
                        </m:r>
                        <m:r>
                          <a:rPr lang="en-IN" b="1" i="1" smtClean="0">
                            <a:latin typeface="Cambria Math" panose="02040503050406030204" pitchFamily="18" charset="0"/>
                          </a:rPr>
                          <m:t>𝒄𝒕𝒓</m:t>
                        </m:r>
                      </m:sup>
                    </m:sSubSup>
                  </m:oMath>
                </a14:m>
                <a:r>
                  <a:rPr lang="en-IN" b="1" dirty="0"/>
                  <a:t> : </a:t>
                </a:r>
                <a:r>
                  <a:rPr lang="en-IN" dirty="0"/>
                  <a:t>Total RN direct-care hours for Contract employees.</a:t>
                </a:r>
              </a:p>
              <a:p>
                <a14:m>
                  <m:oMath xmlns:m="http://schemas.openxmlformats.org/officeDocument/2006/math">
                    <m:sSubSup>
                      <m:sSubSupPr>
                        <m:ctrlPr>
                          <a:rPr lang="en-IN" b="1" i="1" smtClean="0">
                            <a:latin typeface="Cambria Math" panose="02040503050406030204" pitchFamily="18" charset="0"/>
                          </a:rPr>
                        </m:ctrlPr>
                      </m:sSubSupPr>
                      <m:e>
                        <m:r>
                          <a:rPr lang="en-IN" b="1" i="1" smtClean="0">
                            <a:latin typeface="Cambria Math" panose="02040503050406030204" pitchFamily="18" charset="0"/>
                          </a:rPr>
                          <m:t>𝒙</m:t>
                        </m:r>
                      </m:e>
                      <m:sub>
                        <m:r>
                          <a:rPr lang="en-IN" b="1" i="1" smtClean="0">
                            <a:latin typeface="Cambria Math" panose="02040503050406030204" pitchFamily="18" charset="0"/>
                          </a:rPr>
                          <m:t>𝒇</m:t>
                        </m:r>
                      </m:sub>
                      <m:sup>
                        <m:r>
                          <a:rPr lang="en-IN" b="1" i="1" smtClean="0">
                            <a:latin typeface="Cambria Math" panose="02040503050406030204" pitchFamily="18" charset="0"/>
                          </a:rPr>
                          <m:t>𝑳𝑷𝑵</m:t>
                        </m:r>
                        <m:r>
                          <a:rPr lang="en-IN" b="1" i="1" smtClean="0">
                            <a:latin typeface="Cambria Math" panose="02040503050406030204" pitchFamily="18" charset="0"/>
                          </a:rPr>
                          <m:t>,</m:t>
                        </m:r>
                        <m:r>
                          <a:rPr lang="en-IN" b="1" i="1" smtClean="0">
                            <a:latin typeface="Cambria Math" panose="02040503050406030204" pitchFamily="18" charset="0"/>
                          </a:rPr>
                          <m:t>𝒆𝒎𝒑</m:t>
                        </m:r>
                      </m:sup>
                    </m:sSubSup>
                  </m:oMath>
                </a14:m>
                <a:r>
                  <a:rPr lang="en-IN" b="1" dirty="0"/>
                  <a:t>:</a:t>
                </a:r>
                <a:r>
                  <a:rPr lang="en-IN" dirty="0"/>
                  <a:t> Total LPN direct-care hours for employees.</a:t>
                </a:r>
              </a:p>
              <a:p>
                <a14:m>
                  <m:oMath xmlns:m="http://schemas.openxmlformats.org/officeDocument/2006/math">
                    <m:sSubSup>
                      <m:sSubSupPr>
                        <m:ctrlPr>
                          <a:rPr lang="en-IN" b="1" i="1" smtClean="0">
                            <a:latin typeface="Cambria Math" panose="02040503050406030204" pitchFamily="18" charset="0"/>
                          </a:rPr>
                        </m:ctrlPr>
                      </m:sSubSupPr>
                      <m:e>
                        <m:r>
                          <a:rPr lang="en-IN" b="1" i="1" smtClean="0">
                            <a:latin typeface="Cambria Math" panose="02040503050406030204" pitchFamily="18" charset="0"/>
                          </a:rPr>
                          <m:t>𝒙</m:t>
                        </m:r>
                      </m:e>
                      <m:sub>
                        <m:r>
                          <a:rPr lang="en-IN" b="1" i="1" smtClean="0">
                            <a:latin typeface="Cambria Math" panose="02040503050406030204" pitchFamily="18" charset="0"/>
                          </a:rPr>
                          <m:t>𝒇</m:t>
                        </m:r>
                      </m:sub>
                      <m:sup>
                        <m:r>
                          <a:rPr lang="en-IN" b="1" i="1" smtClean="0">
                            <a:latin typeface="Cambria Math" panose="02040503050406030204" pitchFamily="18" charset="0"/>
                          </a:rPr>
                          <m:t>𝑳𝑷𝑵</m:t>
                        </m:r>
                        <m:r>
                          <a:rPr lang="en-IN" b="1" i="1" smtClean="0">
                            <a:latin typeface="Cambria Math" panose="02040503050406030204" pitchFamily="18" charset="0"/>
                          </a:rPr>
                          <m:t>,</m:t>
                        </m:r>
                        <m:r>
                          <a:rPr lang="en-IN" b="1" i="1" smtClean="0">
                            <a:latin typeface="Cambria Math" panose="02040503050406030204" pitchFamily="18" charset="0"/>
                          </a:rPr>
                          <m:t>𝒄𝒕𝒓</m:t>
                        </m:r>
                      </m:sup>
                    </m:sSubSup>
                  </m:oMath>
                </a14:m>
                <a:r>
                  <a:rPr lang="en-IN" b="1" dirty="0"/>
                  <a:t>: </a:t>
                </a:r>
                <a:r>
                  <a:rPr lang="en-IN" dirty="0"/>
                  <a:t>Total LPN direct-care hours for Contract employees.</a:t>
                </a:r>
              </a:p>
              <a:p>
                <a14:m>
                  <m:oMath xmlns:m="http://schemas.openxmlformats.org/officeDocument/2006/math">
                    <m:sSubSup>
                      <m:sSubSupPr>
                        <m:ctrlPr>
                          <a:rPr lang="en-IN" b="1" i="1" smtClean="0">
                            <a:latin typeface="Cambria Math" panose="02040503050406030204" pitchFamily="18" charset="0"/>
                          </a:rPr>
                        </m:ctrlPr>
                      </m:sSubSupPr>
                      <m:e>
                        <m:r>
                          <a:rPr lang="en-IN" b="1" i="1" smtClean="0">
                            <a:latin typeface="Cambria Math" panose="02040503050406030204" pitchFamily="18" charset="0"/>
                          </a:rPr>
                          <m:t>𝒙</m:t>
                        </m:r>
                      </m:e>
                      <m:sub>
                        <m:r>
                          <a:rPr lang="en-IN" b="1" i="1" smtClean="0">
                            <a:latin typeface="Cambria Math" panose="02040503050406030204" pitchFamily="18" charset="0"/>
                          </a:rPr>
                          <m:t>𝒇</m:t>
                        </m:r>
                      </m:sub>
                      <m:sup>
                        <m:r>
                          <a:rPr lang="en-IN" b="1" i="1" smtClean="0">
                            <a:latin typeface="Cambria Math" panose="02040503050406030204" pitchFamily="18" charset="0"/>
                          </a:rPr>
                          <m:t>𝑪𝑵𝑨</m:t>
                        </m:r>
                        <m:r>
                          <a:rPr lang="en-IN" b="1" i="1" smtClean="0">
                            <a:latin typeface="Cambria Math" panose="02040503050406030204" pitchFamily="18" charset="0"/>
                          </a:rPr>
                          <m:t>,</m:t>
                        </m:r>
                        <m:r>
                          <a:rPr lang="en-IN" b="1" i="1" smtClean="0">
                            <a:latin typeface="Cambria Math" panose="02040503050406030204" pitchFamily="18" charset="0"/>
                          </a:rPr>
                          <m:t>𝒆𝒎𝒑</m:t>
                        </m:r>
                      </m:sup>
                    </m:sSubSup>
                  </m:oMath>
                </a14:m>
                <a:r>
                  <a:rPr lang="en-IN" b="1" dirty="0"/>
                  <a:t>: </a:t>
                </a:r>
                <a:r>
                  <a:rPr lang="en-IN" dirty="0"/>
                  <a:t>Total CNA direct-care hours for employees.</a:t>
                </a:r>
              </a:p>
              <a:p>
                <a14:m>
                  <m:oMath xmlns:m="http://schemas.openxmlformats.org/officeDocument/2006/math">
                    <m:sSubSup>
                      <m:sSubSupPr>
                        <m:ctrlPr>
                          <a:rPr lang="en-IN" b="1" i="1" smtClean="0">
                            <a:latin typeface="Cambria Math" panose="02040503050406030204" pitchFamily="18" charset="0"/>
                          </a:rPr>
                        </m:ctrlPr>
                      </m:sSubSupPr>
                      <m:e>
                        <m:r>
                          <a:rPr lang="en-IN" b="1" i="1" smtClean="0">
                            <a:latin typeface="Cambria Math" panose="02040503050406030204" pitchFamily="18" charset="0"/>
                          </a:rPr>
                          <m:t>𝑿</m:t>
                        </m:r>
                      </m:e>
                      <m:sub>
                        <m:r>
                          <a:rPr lang="en-IN" b="1" i="1" smtClean="0">
                            <a:latin typeface="Cambria Math" panose="02040503050406030204" pitchFamily="18" charset="0"/>
                          </a:rPr>
                          <m:t>𝒇</m:t>
                        </m:r>
                      </m:sub>
                      <m:sup>
                        <m:r>
                          <a:rPr lang="en-IN" b="1" i="1" smtClean="0">
                            <a:latin typeface="Cambria Math" panose="02040503050406030204" pitchFamily="18" charset="0"/>
                          </a:rPr>
                          <m:t>𝑪𝑵𝑨</m:t>
                        </m:r>
                        <m:r>
                          <a:rPr lang="en-IN" b="1" i="1" smtClean="0">
                            <a:latin typeface="Cambria Math" panose="02040503050406030204" pitchFamily="18" charset="0"/>
                          </a:rPr>
                          <m:t>,</m:t>
                        </m:r>
                        <m:r>
                          <a:rPr lang="en-IN" b="1" i="1" smtClean="0">
                            <a:latin typeface="Cambria Math" panose="02040503050406030204" pitchFamily="18" charset="0"/>
                          </a:rPr>
                          <m:t>𝒄𝒕𝒓</m:t>
                        </m:r>
                      </m:sup>
                    </m:sSubSup>
                  </m:oMath>
                </a14:m>
                <a:r>
                  <a:rPr lang="en-IN" b="1" dirty="0"/>
                  <a:t>: </a:t>
                </a:r>
                <a:r>
                  <a:rPr lang="en-IN" dirty="0"/>
                  <a:t>Total CNA direct-care hours for contract employees.</a:t>
                </a:r>
              </a:p>
              <a:p>
                <a:endParaRPr lang="en-IN" b="1" dirty="0"/>
              </a:p>
              <a:p>
                <a:pPr marL="139700" indent="0">
                  <a:buNone/>
                </a:pPr>
                <a:r>
                  <a:rPr lang="en-IN" sz="1200" b="1" dirty="0"/>
                  <a:t>RN- Registered Nurse, LPN – Licensed Practice Nurse, CNA – Certified Nurse Assistant </a:t>
                </a:r>
              </a:p>
              <a:p>
                <a:pPr marL="139700" indent="0">
                  <a:buNone/>
                </a:pPr>
                <a:r>
                  <a:rPr lang="en-IN" sz="1200" b="1" dirty="0"/>
                  <a:t>f – Facility</a:t>
                </a:r>
                <a:endParaRPr lang="en-IN" b="1" dirty="0"/>
              </a:p>
            </p:txBody>
          </p:sp>
        </mc:Choice>
        <mc:Fallback xmlns="">
          <p:sp>
            <p:nvSpPr>
              <p:cNvPr id="3" name="Text Placeholder 2">
                <a:extLst>
                  <a:ext uri="{FF2B5EF4-FFF2-40B4-BE49-F238E27FC236}">
                    <a16:creationId xmlns:a16="http://schemas.microsoft.com/office/drawing/2014/main" id="{1E095FDC-6029-F1E4-3671-E87E31A87721}"/>
                  </a:ext>
                </a:extLst>
              </p:cNvPr>
              <p:cNvSpPr>
                <a:spLocks noGrp="1" noRot="1" noChangeAspect="1" noMove="1" noResize="1" noEditPoints="1" noAdjustHandles="1" noChangeArrowheads="1" noChangeShapeType="1" noTextEdit="1"/>
              </p:cNvSpPr>
              <p:nvPr>
                <p:ph type="body" idx="1"/>
              </p:nvPr>
            </p:nvSpPr>
            <p:spPr>
              <a:xfrm>
                <a:off x="991800" y="1622325"/>
                <a:ext cx="7560934" cy="3265934"/>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38746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4E6D0-803C-DAEC-53F8-AED71D08F493}"/>
              </a:ext>
            </a:extLst>
          </p:cNvPr>
          <p:cNvSpPr>
            <a:spLocks noGrp="1"/>
          </p:cNvSpPr>
          <p:nvPr>
            <p:ph type="title"/>
          </p:nvPr>
        </p:nvSpPr>
        <p:spPr/>
        <p:txBody>
          <a:bodyPr/>
          <a:lstStyle/>
          <a:p>
            <a:r>
              <a:rPr lang="en-IN" dirty="0"/>
              <a:t>CONSTRAINTS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F379966-5D17-377E-F278-3D48B932B14A}"/>
                  </a:ext>
                </a:extLst>
              </p:cNvPr>
              <p:cNvSpPr>
                <a:spLocks noGrp="1"/>
              </p:cNvSpPr>
              <p:nvPr>
                <p:ph type="body" idx="1"/>
              </p:nvPr>
            </p:nvSpPr>
            <p:spPr/>
            <p:txBody>
              <a:bodyPr/>
              <a:lstStyle/>
              <a:p>
                <a14:m>
                  <m:oMath xmlns:m="http://schemas.openxmlformats.org/officeDocument/2006/math">
                    <m:sSub>
                      <m:sSubPr>
                        <m:ctrlPr>
                          <a:rPr lang="en-IN" b="1" i="1" smtClean="0">
                            <a:latin typeface="Cambria Math" panose="02040503050406030204" pitchFamily="18" charset="0"/>
                          </a:rPr>
                        </m:ctrlPr>
                      </m:sSubPr>
                      <m:e>
                        <m:r>
                          <a:rPr lang="en-IN" b="1" i="1" smtClean="0">
                            <a:latin typeface="Cambria Math" panose="02040503050406030204" pitchFamily="18" charset="0"/>
                          </a:rPr>
                          <m:t>𝑹𝑫</m:t>
                        </m:r>
                      </m:e>
                      <m:sub>
                        <m:r>
                          <a:rPr lang="en-IN" b="1" i="1" smtClean="0">
                            <a:latin typeface="Cambria Math" panose="02040503050406030204" pitchFamily="18" charset="0"/>
                          </a:rPr>
                          <m:t>𝒇</m:t>
                        </m:r>
                      </m:sub>
                    </m:sSub>
                  </m:oMath>
                </a14:m>
                <a:r>
                  <a:rPr lang="en-IN" b="1" dirty="0"/>
                  <a:t>:</a:t>
                </a:r>
                <a14:m>
                  <m:oMath xmlns:m="http://schemas.openxmlformats.org/officeDocument/2006/math">
                    <m:nary>
                      <m:naryPr>
                        <m:chr m:val="∑"/>
                        <m:supHide m:val="on"/>
                        <m:ctrlPr>
                          <a:rPr lang="en-IN" b="1" i="1" dirty="0" smtClean="0">
                            <a:latin typeface="Cambria Math" panose="02040503050406030204" pitchFamily="18" charset="0"/>
                          </a:rPr>
                        </m:ctrlPr>
                      </m:naryPr>
                      <m:sub>
                        <m:r>
                          <m:rPr>
                            <m:brk m:alnAt="7"/>
                          </m:rPr>
                          <a:rPr lang="en-IN" b="1" i="1" dirty="0" smtClean="0">
                            <a:latin typeface="Cambria Math" panose="02040503050406030204" pitchFamily="18" charset="0"/>
                          </a:rPr>
                          <m:t>𝒕</m:t>
                        </m:r>
                        <m:r>
                          <a:rPr lang="en-IN" b="1" i="1" dirty="0" smtClean="0">
                            <a:latin typeface="Cambria Math" panose="02040503050406030204" pitchFamily="18" charset="0"/>
                            <a:ea typeface="Cambria Math" panose="02040503050406030204" pitchFamily="18" charset="0"/>
                          </a:rPr>
                          <m:t>∈</m:t>
                        </m:r>
                        <m:sSub>
                          <m:sSubPr>
                            <m:ctrlPr>
                              <a:rPr lang="en-IN" b="1" i="1" dirty="0" smtClean="0">
                                <a:latin typeface="Cambria Math" panose="02040503050406030204" pitchFamily="18" charset="0"/>
                                <a:ea typeface="Cambria Math" panose="02040503050406030204" pitchFamily="18" charset="0"/>
                              </a:rPr>
                            </m:ctrlPr>
                          </m:sSubPr>
                          <m:e>
                            <m:r>
                              <a:rPr lang="en-IN" b="1" i="1" dirty="0" smtClean="0">
                                <a:latin typeface="Cambria Math" panose="02040503050406030204" pitchFamily="18" charset="0"/>
                                <a:ea typeface="Cambria Math" panose="02040503050406030204" pitchFamily="18" charset="0"/>
                              </a:rPr>
                              <m:t>𝑻</m:t>
                            </m:r>
                          </m:e>
                          <m:sub>
                            <m:r>
                              <a:rPr lang="en-IN" b="1" i="1" dirty="0" smtClean="0">
                                <a:latin typeface="Cambria Math" panose="02040503050406030204" pitchFamily="18" charset="0"/>
                                <a:ea typeface="Cambria Math" panose="02040503050406030204" pitchFamily="18" charset="0"/>
                              </a:rPr>
                              <m:t>𝒇</m:t>
                            </m:r>
                          </m:sub>
                        </m:sSub>
                      </m:sub>
                      <m:sup/>
                      <m:e>
                        <m:sSub>
                          <m:sSubPr>
                            <m:ctrlPr>
                              <a:rPr lang="en-IN" b="1" i="1" dirty="0" smtClean="0">
                                <a:latin typeface="Cambria Math" panose="02040503050406030204" pitchFamily="18" charset="0"/>
                              </a:rPr>
                            </m:ctrlPr>
                          </m:sSubPr>
                          <m:e>
                            <m:r>
                              <a:rPr lang="en-IN" b="1" i="1" dirty="0" smtClean="0">
                                <a:latin typeface="Cambria Math" panose="02040503050406030204" pitchFamily="18" charset="0"/>
                              </a:rPr>
                              <m:t>𝑴𝑫𝑺𝒄𝒆𝒏𝒔𝒖𝒔</m:t>
                            </m:r>
                          </m:e>
                          <m:sub>
                            <m:r>
                              <a:rPr lang="en-IN" b="1" i="1" dirty="0" smtClean="0">
                                <a:latin typeface="Cambria Math" panose="02040503050406030204" pitchFamily="18" charset="0"/>
                              </a:rPr>
                              <m:t>𝒇</m:t>
                            </m:r>
                            <m:r>
                              <a:rPr lang="en-IN" b="1" i="1" dirty="0" smtClean="0">
                                <a:latin typeface="Cambria Math" panose="02040503050406030204" pitchFamily="18" charset="0"/>
                              </a:rPr>
                              <m:t>,</m:t>
                            </m:r>
                            <m:r>
                              <a:rPr lang="en-IN" b="1" i="1" dirty="0" smtClean="0">
                                <a:latin typeface="Cambria Math" panose="02040503050406030204" pitchFamily="18" charset="0"/>
                              </a:rPr>
                              <m:t>𝒕</m:t>
                            </m:r>
                          </m:sub>
                        </m:sSub>
                        <m:r>
                          <a:rPr lang="en-IN" b="1" i="1" dirty="0" smtClean="0">
                            <a:latin typeface="Cambria Math" panose="02040503050406030204" pitchFamily="18" charset="0"/>
                          </a:rPr>
                          <m:t>(</m:t>
                        </m:r>
                        <m:r>
                          <a:rPr lang="en-IN" b="1" i="1" dirty="0" smtClean="0">
                            <a:latin typeface="Cambria Math" panose="02040503050406030204" pitchFamily="18" charset="0"/>
                          </a:rPr>
                          <m:t>𝒕𝒐𝒕𝒂𝒍</m:t>
                        </m:r>
                        <m:r>
                          <a:rPr lang="en-IN" b="1" i="1" dirty="0" smtClean="0">
                            <a:latin typeface="Cambria Math" panose="02040503050406030204" pitchFamily="18" charset="0"/>
                          </a:rPr>
                          <m:t> </m:t>
                        </m:r>
                        <m:r>
                          <a:rPr lang="en-IN" b="1" i="1" dirty="0" smtClean="0">
                            <a:latin typeface="Cambria Math" panose="02040503050406030204" pitchFamily="18" charset="0"/>
                          </a:rPr>
                          <m:t>𝒓𝒆𝒔𝒊𝒅𝒆𝒏𝒕</m:t>
                        </m:r>
                        <m:r>
                          <a:rPr lang="en-IN" b="1" i="1" dirty="0" smtClean="0">
                            <a:latin typeface="Cambria Math" panose="02040503050406030204" pitchFamily="18" charset="0"/>
                          </a:rPr>
                          <m:t>−</m:t>
                        </m:r>
                        <m:r>
                          <a:rPr lang="en-IN" b="1" i="1" dirty="0" smtClean="0">
                            <a:latin typeface="Cambria Math" panose="02040503050406030204" pitchFamily="18" charset="0"/>
                          </a:rPr>
                          <m:t>𝒅𝒂𝒚𝒔</m:t>
                        </m:r>
                        <m:r>
                          <a:rPr lang="en-IN" b="1" i="1" dirty="0" smtClean="0">
                            <a:latin typeface="Cambria Math" panose="02040503050406030204" pitchFamily="18" charset="0"/>
                          </a:rPr>
                          <m:t> </m:t>
                        </m:r>
                        <m:r>
                          <a:rPr lang="en-IN" b="1" i="1" dirty="0" smtClean="0">
                            <a:latin typeface="Cambria Math" panose="02040503050406030204" pitchFamily="18" charset="0"/>
                          </a:rPr>
                          <m:t>𝒇𝒐𝒓</m:t>
                        </m:r>
                        <m:r>
                          <a:rPr lang="en-IN" b="1" i="1" dirty="0" smtClean="0">
                            <a:latin typeface="Cambria Math" panose="02040503050406030204" pitchFamily="18" charset="0"/>
                          </a:rPr>
                          <m:t> </m:t>
                        </m:r>
                        <m:r>
                          <a:rPr lang="en-IN" b="1" i="1" dirty="0" smtClean="0">
                            <a:latin typeface="Cambria Math" panose="02040503050406030204" pitchFamily="18" charset="0"/>
                          </a:rPr>
                          <m:t>𝒇𝒂𝒄𝒊𝒍𝒊𝒕𝒚</m:t>
                        </m:r>
                        <m:r>
                          <a:rPr lang="en-IN" b="1" i="1" dirty="0" smtClean="0">
                            <a:latin typeface="Cambria Math" panose="02040503050406030204" pitchFamily="18" charset="0"/>
                          </a:rPr>
                          <m:t> </m:t>
                        </m:r>
                        <m:r>
                          <a:rPr lang="en-IN" b="1" i="1" dirty="0" smtClean="0">
                            <a:latin typeface="Cambria Math" panose="02040503050406030204" pitchFamily="18" charset="0"/>
                          </a:rPr>
                          <m:t>𝒇</m:t>
                        </m:r>
                        <m:r>
                          <a:rPr lang="en-IN" b="1" i="1" dirty="0" smtClean="0">
                            <a:latin typeface="Cambria Math" panose="02040503050406030204" pitchFamily="18" charset="0"/>
                          </a:rPr>
                          <m:t>)</m:t>
                        </m:r>
                      </m:e>
                    </m:nary>
                  </m:oMath>
                </a14:m>
                <a:endParaRPr lang="en-IN" b="1" dirty="0"/>
              </a:p>
              <a:p>
                <a:r>
                  <a:rPr lang="en-IN" b="1" dirty="0"/>
                  <a:t>Direct Care per day</a:t>
                </a:r>
                <a:r>
                  <a:rPr lang="en-IN" dirty="0"/>
                  <a:t>: </a:t>
                </a:r>
                <a14:m>
                  <m:oMath xmlns:m="http://schemas.openxmlformats.org/officeDocument/2006/math">
                    <m:func>
                      <m:funcPr>
                        <m:ctrlPr>
                          <a:rPr lang="en-IN" b="0" i="1" smtClean="0">
                            <a:latin typeface="Cambria Math" panose="02040503050406030204" pitchFamily="18" charset="0"/>
                          </a:rPr>
                        </m:ctrlPr>
                      </m:funcPr>
                      <m:fName>
                        <m:r>
                          <m:rPr>
                            <m:sty m:val="p"/>
                          </m:rPr>
                          <a:rPr lang="en-IN" b="0" i="0" smtClean="0">
                            <a:latin typeface="Cambria Math" panose="02040503050406030204" pitchFamily="18" charset="0"/>
                          </a:rPr>
                          <m:t>max</m:t>
                        </m:r>
                      </m:fName>
                      <m:e>
                        <m:d>
                          <m:dPr>
                            <m:ctrlPr>
                              <a:rPr lang="en-IN" b="0" i="1" smtClean="0">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𝐻𝑟</m:t>
                                </m:r>
                                <m:sSub>
                                  <m:sSubPr>
                                    <m:ctrlPr>
                                      <a:rPr lang="en-IN" i="1">
                                        <a:latin typeface="Cambria Math" panose="02040503050406030204" pitchFamily="18" charset="0"/>
                                      </a:rPr>
                                    </m:ctrlPr>
                                  </m:sSubPr>
                                  <m:e>
                                    <m:r>
                                      <a:rPr lang="en-IN" i="1">
                                        <a:latin typeface="Cambria Math" panose="02040503050406030204" pitchFamily="18" charset="0"/>
                                      </a:rPr>
                                      <m:t>𝑠</m:t>
                                    </m:r>
                                  </m:e>
                                  <m:sub>
                                    <m:r>
                                      <a:rPr lang="en-IN" i="1">
                                        <a:latin typeface="Cambria Math" panose="02040503050406030204" pitchFamily="18" charset="0"/>
                                      </a:rPr>
                                      <m:t>𝑅𝑁</m:t>
                                    </m:r>
                                  </m:sub>
                                </m:sSub>
                              </m:e>
                              <m:sub>
                                <m:r>
                                  <a:rPr lang="en-IN" i="1">
                                    <a:latin typeface="Cambria Math" panose="02040503050406030204" pitchFamily="18" charset="0"/>
                                  </a:rPr>
                                  <m:t>𝑓</m:t>
                                </m:r>
                                <m:r>
                                  <a:rPr lang="en-IN" i="1">
                                    <a:latin typeface="Cambria Math" panose="02040503050406030204" pitchFamily="18" charset="0"/>
                                  </a:rPr>
                                  <m:t>,</m:t>
                                </m:r>
                                <m:r>
                                  <a:rPr lang="en-IN" i="1">
                                    <a:latin typeface="Cambria Math" panose="02040503050406030204" pitchFamily="18" charset="0"/>
                                  </a:rPr>
                                  <m:t>𝑡</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𝐻𝑟</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𝑠</m:t>
                                    </m:r>
                                  </m:e>
                                  <m:sub>
                                    <m:r>
                                      <a:rPr lang="en-IN" b="0" i="1" smtClean="0">
                                        <a:latin typeface="Cambria Math" panose="02040503050406030204" pitchFamily="18" charset="0"/>
                                      </a:rPr>
                                      <m:t>𝑅𝑁𝐷𝑂𝑁</m:t>
                                    </m:r>
                                  </m:sub>
                                </m:sSub>
                              </m:e>
                              <m:sub>
                                <m:r>
                                  <a:rPr lang="en-IN" b="0" i="1" smtClean="0">
                                    <a:latin typeface="Cambria Math" panose="02040503050406030204" pitchFamily="18" charset="0"/>
                                  </a:rPr>
                                  <m:t>𝑓</m:t>
                                </m:r>
                                <m:r>
                                  <a:rPr lang="en-IN" b="0" i="1" smtClean="0">
                                    <a:latin typeface="Cambria Math" panose="02040503050406030204" pitchFamily="18" charset="0"/>
                                  </a:rPr>
                                  <m:t>,</m:t>
                                </m:r>
                                <m:r>
                                  <a:rPr lang="en-IN" b="0" i="1" smtClean="0">
                                    <a:latin typeface="Cambria Math" panose="02040503050406030204" pitchFamily="18" charset="0"/>
                                  </a:rPr>
                                  <m:t>𝑡</m:t>
                                </m:r>
                              </m:sub>
                            </m:sSub>
                            <m:r>
                              <a:rPr lang="en-IN" b="0" i="1" smtClean="0">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𝐻𝑟</m:t>
                                </m:r>
                                <m:sSub>
                                  <m:sSubPr>
                                    <m:ctrlPr>
                                      <a:rPr lang="en-IN" i="1">
                                        <a:latin typeface="Cambria Math" panose="02040503050406030204" pitchFamily="18" charset="0"/>
                                      </a:rPr>
                                    </m:ctrlPr>
                                  </m:sSubPr>
                                  <m:e>
                                    <m:r>
                                      <a:rPr lang="en-IN" i="1">
                                        <a:latin typeface="Cambria Math" panose="02040503050406030204" pitchFamily="18" charset="0"/>
                                      </a:rPr>
                                      <m:t>𝑠</m:t>
                                    </m:r>
                                  </m:e>
                                  <m:sub>
                                    <m:r>
                                      <a:rPr lang="en-IN" i="1">
                                        <a:latin typeface="Cambria Math" panose="02040503050406030204" pitchFamily="18" charset="0"/>
                                      </a:rPr>
                                      <m:t>𝑅𝑁</m:t>
                                    </m:r>
                                    <m:r>
                                      <a:rPr lang="en-IN" b="0" i="1" smtClean="0">
                                        <a:latin typeface="Cambria Math" panose="02040503050406030204" pitchFamily="18" charset="0"/>
                                      </a:rPr>
                                      <m:t>𝑎𝑑𝑚𝑖𝑛</m:t>
                                    </m:r>
                                  </m:sub>
                                </m:sSub>
                              </m:e>
                              <m:sub>
                                <m:r>
                                  <a:rPr lang="en-IN" i="1">
                                    <a:latin typeface="Cambria Math" panose="02040503050406030204" pitchFamily="18" charset="0"/>
                                  </a:rPr>
                                  <m:t>𝑓</m:t>
                                </m:r>
                                <m:r>
                                  <a:rPr lang="en-IN" i="1">
                                    <a:latin typeface="Cambria Math" panose="02040503050406030204" pitchFamily="18" charset="0"/>
                                  </a:rPr>
                                  <m:t>,</m:t>
                                </m:r>
                                <m:r>
                                  <a:rPr lang="en-IN" i="1">
                                    <a:latin typeface="Cambria Math" panose="02040503050406030204" pitchFamily="18" charset="0"/>
                                  </a:rPr>
                                  <m:t>𝑡</m:t>
                                </m:r>
                              </m:sub>
                            </m:sSub>
                            <m:r>
                              <a:rPr lang="en-IN" b="0" i="1" smtClean="0">
                                <a:latin typeface="Cambria Math" panose="02040503050406030204" pitchFamily="18" charset="0"/>
                              </a:rPr>
                              <m:t>,0</m:t>
                            </m:r>
                          </m:e>
                        </m:d>
                      </m:e>
                    </m:func>
                  </m:oMath>
                </a14:m>
                <a:r>
                  <a:rPr lang="en-IN" b="0" dirty="0"/>
                  <a:t> = </a:t>
                </a:r>
                <a14:m>
                  <m:oMath xmlns:m="http://schemas.openxmlformats.org/officeDocument/2006/math">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𝑅𝑁</m:t>
                        </m:r>
                      </m:e>
                      <m:sub>
                        <m:r>
                          <a:rPr lang="en-IN" b="0" i="1" smtClean="0">
                            <a:latin typeface="Cambria Math" panose="02040503050406030204" pitchFamily="18" charset="0"/>
                          </a:rPr>
                          <m:t>𝑓</m:t>
                        </m:r>
                        <m:r>
                          <a:rPr lang="en-IN" b="0" i="1" smtClean="0">
                            <a:latin typeface="Cambria Math" panose="02040503050406030204" pitchFamily="18" charset="0"/>
                          </a:rPr>
                          <m:t>,</m:t>
                        </m:r>
                        <m:r>
                          <a:rPr lang="en-IN" b="0" i="1" smtClean="0">
                            <a:latin typeface="Cambria Math" panose="02040503050406030204" pitchFamily="18" charset="0"/>
                          </a:rPr>
                          <m:t>𝑡</m:t>
                        </m:r>
                      </m:sub>
                      <m:sup>
                        <m:r>
                          <a:rPr lang="en-IN" b="0" i="1" smtClean="0">
                            <a:latin typeface="Cambria Math" panose="02040503050406030204" pitchFamily="18" charset="0"/>
                          </a:rPr>
                          <m:t>𝑑𝑖𝑟</m:t>
                        </m:r>
                      </m:sup>
                    </m:sSubSup>
                  </m:oMath>
                </a14:m>
                <a:endParaRPr lang="en-IN" b="0" dirty="0"/>
              </a:p>
              <a:p>
                <a:r>
                  <a:rPr lang="en-IN" b="1" dirty="0"/>
                  <a:t>Total direct-care hours</a:t>
                </a:r>
                <a:r>
                  <a:rPr lang="en-IN" dirty="0"/>
                  <a:t>: </a:t>
                </a:r>
                <a14:m>
                  <m:oMath xmlns:m="http://schemas.openxmlformats.org/officeDocument/2006/math">
                    <m:sSubSup>
                      <m:sSubSupPr>
                        <m:ctrlPr>
                          <a:rPr lang="en-IN" i="1">
                            <a:latin typeface="Cambria Math" panose="02040503050406030204" pitchFamily="18" charset="0"/>
                          </a:rPr>
                        </m:ctrlPr>
                      </m:sSubSupPr>
                      <m:e>
                        <m:r>
                          <a:rPr lang="en-IN" i="1">
                            <a:latin typeface="Cambria Math" panose="02040503050406030204" pitchFamily="18" charset="0"/>
                          </a:rPr>
                          <m:t>𝑅𝑁</m:t>
                        </m:r>
                      </m:e>
                      <m:sub>
                        <m:r>
                          <a:rPr lang="en-IN" i="1">
                            <a:latin typeface="Cambria Math" panose="02040503050406030204" pitchFamily="18" charset="0"/>
                          </a:rPr>
                          <m:t>𝑓</m:t>
                        </m:r>
                      </m:sub>
                      <m:sup>
                        <m:r>
                          <a:rPr lang="en-IN" i="1">
                            <a:latin typeface="Cambria Math" panose="02040503050406030204" pitchFamily="18" charset="0"/>
                          </a:rPr>
                          <m:t>𝑑𝑖𝑟</m:t>
                        </m:r>
                      </m:sup>
                    </m:sSubSup>
                    <m:r>
                      <a:rPr lang="en-IN" b="0" i="1" smtClean="0">
                        <a:latin typeface="Cambria Math" panose="02040503050406030204" pitchFamily="18" charset="0"/>
                      </a:rPr>
                      <m:t>= </m:t>
                    </m:r>
                    <m:nary>
                      <m:naryPr>
                        <m:chr m:val="∑"/>
                        <m:supHide m:val="on"/>
                        <m:ctrlPr>
                          <a:rPr lang="en-IN" b="0" i="1" smtClean="0">
                            <a:latin typeface="Cambria Math" panose="02040503050406030204" pitchFamily="18" charset="0"/>
                          </a:rPr>
                        </m:ctrlPr>
                      </m:naryPr>
                      <m:sub>
                        <m:r>
                          <m:rPr>
                            <m:brk m:alnAt="7"/>
                          </m:rPr>
                          <a:rPr lang="en-IN" b="0" i="1" smtClean="0">
                            <a:latin typeface="Cambria Math" panose="02040503050406030204" pitchFamily="18" charset="0"/>
                          </a:rPr>
                          <m:t>𝑡</m:t>
                        </m:r>
                      </m:sub>
                      <m:sup/>
                      <m:e>
                        <m:sSubSup>
                          <m:sSubSupPr>
                            <m:ctrlPr>
                              <a:rPr lang="en-IN" i="1">
                                <a:latin typeface="Cambria Math" panose="02040503050406030204" pitchFamily="18" charset="0"/>
                              </a:rPr>
                            </m:ctrlPr>
                          </m:sSubSupPr>
                          <m:e>
                            <m:r>
                              <a:rPr lang="en-IN" i="1">
                                <a:latin typeface="Cambria Math" panose="02040503050406030204" pitchFamily="18" charset="0"/>
                              </a:rPr>
                              <m:t>𝑅𝑁</m:t>
                            </m:r>
                          </m:e>
                          <m:sub>
                            <m:r>
                              <a:rPr lang="en-IN" i="1">
                                <a:latin typeface="Cambria Math" panose="02040503050406030204" pitchFamily="18" charset="0"/>
                              </a:rPr>
                              <m:t>𝑓</m:t>
                            </m:r>
                            <m:r>
                              <a:rPr lang="en-IN" i="1">
                                <a:latin typeface="Cambria Math" panose="02040503050406030204" pitchFamily="18" charset="0"/>
                              </a:rPr>
                              <m:t>,</m:t>
                            </m:r>
                            <m:r>
                              <a:rPr lang="en-IN" i="1">
                                <a:latin typeface="Cambria Math" panose="02040503050406030204" pitchFamily="18" charset="0"/>
                              </a:rPr>
                              <m:t>𝑡</m:t>
                            </m:r>
                          </m:sub>
                          <m:sup>
                            <m:r>
                              <a:rPr lang="en-IN" i="1">
                                <a:latin typeface="Cambria Math" panose="02040503050406030204" pitchFamily="18" charset="0"/>
                              </a:rPr>
                              <m:t>𝑑𝑖𝑟</m:t>
                            </m:r>
                          </m:sup>
                        </m:sSubSup>
                      </m:e>
                    </m:nary>
                  </m:oMath>
                </a14:m>
                <a:endParaRPr lang="en-IN" dirty="0"/>
              </a:p>
              <a:p>
                <a:r>
                  <a:rPr lang="en-IN" dirty="0"/>
                  <a:t>The Total direct-care hours for </a:t>
                </a:r>
                <a:r>
                  <a:rPr lang="en-IN" b="1" dirty="0"/>
                  <a:t>LPN &amp; CNA </a:t>
                </a:r>
                <a:r>
                  <a:rPr lang="en-IN" dirty="0"/>
                  <a:t>are direct columns from the dataset.</a:t>
                </a:r>
              </a:p>
              <a:p>
                <a14:m>
                  <m:oMath xmlns:m="http://schemas.openxmlformats.org/officeDocument/2006/math">
                    <m:sSubSup>
                      <m:sSubSupPr>
                        <m:ctrlPr>
                          <a:rPr lang="en-IN" b="1" i="1" smtClean="0">
                            <a:latin typeface="Cambria Math" panose="02040503050406030204" pitchFamily="18" charset="0"/>
                          </a:rPr>
                        </m:ctrlPr>
                      </m:sSubSupPr>
                      <m:e>
                        <m:r>
                          <a:rPr lang="en-IN" b="1" i="1" smtClean="0">
                            <a:latin typeface="Cambria Math" panose="02040503050406030204" pitchFamily="18" charset="0"/>
                          </a:rPr>
                          <m:t>𝑿</m:t>
                        </m:r>
                      </m:e>
                      <m:sub>
                        <m:r>
                          <a:rPr lang="en-IN" b="1" i="1" smtClean="0">
                            <a:latin typeface="Cambria Math" panose="02040503050406030204" pitchFamily="18" charset="0"/>
                          </a:rPr>
                          <m:t>𝒇</m:t>
                        </m:r>
                      </m:sub>
                      <m:sup>
                        <m:r>
                          <a:rPr lang="en-IN" b="1" i="1" smtClean="0">
                            <a:latin typeface="Cambria Math" panose="02040503050406030204" pitchFamily="18" charset="0"/>
                          </a:rPr>
                          <m:t>𝑹𝑵</m:t>
                        </m:r>
                        <m:r>
                          <a:rPr lang="en-IN" b="1" i="1" smtClean="0">
                            <a:latin typeface="Cambria Math" panose="02040503050406030204" pitchFamily="18" charset="0"/>
                          </a:rPr>
                          <m:t>,</m:t>
                        </m:r>
                        <m:r>
                          <a:rPr lang="en-IN" b="1" i="1" smtClean="0">
                            <a:latin typeface="Cambria Math" panose="02040503050406030204" pitchFamily="18" charset="0"/>
                          </a:rPr>
                          <m:t>𝒆𝒎𝒑</m:t>
                        </m:r>
                      </m:sup>
                    </m:sSubSup>
                    <m:r>
                      <a:rPr lang="en-IN" b="1" i="1" smtClean="0">
                        <a:latin typeface="Cambria Math" panose="02040503050406030204" pitchFamily="18" charset="0"/>
                      </a:rPr>
                      <m:t>+</m:t>
                    </m:r>
                    <m:sSubSup>
                      <m:sSubSupPr>
                        <m:ctrlPr>
                          <a:rPr lang="en-IN" b="1" i="1">
                            <a:latin typeface="Cambria Math" panose="02040503050406030204" pitchFamily="18" charset="0"/>
                          </a:rPr>
                        </m:ctrlPr>
                      </m:sSubSupPr>
                      <m:e>
                        <m:r>
                          <a:rPr lang="en-IN" b="1" i="1">
                            <a:latin typeface="Cambria Math" panose="02040503050406030204" pitchFamily="18" charset="0"/>
                          </a:rPr>
                          <m:t>𝑿</m:t>
                        </m:r>
                      </m:e>
                      <m:sub>
                        <m:r>
                          <a:rPr lang="en-IN" b="1" i="1">
                            <a:latin typeface="Cambria Math" panose="02040503050406030204" pitchFamily="18" charset="0"/>
                          </a:rPr>
                          <m:t>𝒇</m:t>
                        </m:r>
                      </m:sub>
                      <m:sup>
                        <m:r>
                          <a:rPr lang="en-IN" b="1" i="1">
                            <a:latin typeface="Cambria Math" panose="02040503050406030204" pitchFamily="18" charset="0"/>
                          </a:rPr>
                          <m:t>𝑹𝑵</m:t>
                        </m:r>
                        <m:r>
                          <a:rPr lang="en-IN" b="1" i="1">
                            <a:latin typeface="Cambria Math" panose="02040503050406030204" pitchFamily="18" charset="0"/>
                          </a:rPr>
                          <m:t>,</m:t>
                        </m:r>
                        <m:r>
                          <a:rPr lang="en-IN" b="1" i="1" smtClean="0">
                            <a:latin typeface="Cambria Math" panose="02040503050406030204" pitchFamily="18" charset="0"/>
                          </a:rPr>
                          <m:t>𝒄𝒕𝒓</m:t>
                        </m:r>
                      </m:sup>
                    </m:sSubSup>
                    <m:r>
                      <a:rPr lang="en-IN" b="1" i="1" smtClean="0">
                        <a:latin typeface="Cambria Math" panose="02040503050406030204" pitchFamily="18" charset="0"/>
                      </a:rPr>
                      <m:t>≥</m:t>
                    </m:r>
                    <m:r>
                      <a:rPr lang="en-IN" b="1" i="1" smtClean="0">
                        <a:latin typeface="Cambria Math" panose="02040503050406030204" pitchFamily="18" charset="0"/>
                      </a:rPr>
                      <m:t>𝟎</m:t>
                    </m:r>
                    <m:r>
                      <a:rPr lang="en-IN" b="1" i="1" smtClean="0">
                        <a:latin typeface="Cambria Math" panose="02040503050406030204" pitchFamily="18" charset="0"/>
                      </a:rPr>
                      <m:t>.</m:t>
                    </m:r>
                    <m:r>
                      <a:rPr lang="en-IN" b="1" i="1" smtClean="0">
                        <a:latin typeface="Cambria Math" panose="02040503050406030204" pitchFamily="18" charset="0"/>
                      </a:rPr>
                      <m:t>𝟕𝟓</m:t>
                    </m:r>
                    <m:r>
                      <a:rPr lang="en-IN" b="1" i="1" smtClean="0">
                        <a:latin typeface="Cambria Math" panose="02040503050406030204" pitchFamily="18" charset="0"/>
                      </a:rPr>
                      <m:t> ∗</m:t>
                    </m:r>
                    <m:sSub>
                      <m:sSubPr>
                        <m:ctrlPr>
                          <a:rPr lang="en-IN" b="1" i="1" smtClean="0">
                            <a:latin typeface="Cambria Math" panose="02040503050406030204" pitchFamily="18" charset="0"/>
                          </a:rPr>
                        </m:ctrlPr>
                      </m:sSubPr>
                      <m:e>
                        <m:r>
                          <a:rPr lang="en-IN" b="1" i="1" smtClean="0">
                            <a:latin typeface="Cambria Math" panose="02040503050406030204" pitchFamily="18" charset="0"/>
                          </a:rPr>
                          <m:t>𝑹𝑫</m:t>
                        </m:r>
                      </m:e>
                      <m:sub>
                        <m:r>
                          <a:rPr lang="en-IN" b="1" i="1" smtClean="0">
                            <a:latin typeface="Cambria Math" panose="02040503050406030204" pitchFamily="18" charset="0"/>
                          </a:rPr>
                          <m:t>𝒇</m:t>
                        </m:r>
                      </m:sub>
                    </m:sSub>
                  </m:oMath>
                </a14:m>
                <a:endParaRPr lang="en-IN" b="1" dirty="0"/>
              </a:p>
              <a:p>
                <a14:m>
                  <m:oMath xmlns:m="http://schemas.openxmlformats.org/officeDocument/2006/math">
                    <m:sSubSup>
                      <m:sSubSupPr>
                        <m:ctrlPr>
                          <a:rPr lang="en-IN" b="1" i="1">
                            <a:latin typeface="Cambria Math" panose="02040503050406030204" pitchFamily="18" charset="0"/>
                          </a:rPr>
                        </m:ctrlPr>
                      </m:sSubSupPr>
                      <m:e>
                        <m:r>
                          <a:rPr lang="en-IN" b="1" i="1">
                            <a:latin typeface="Cambria Math" panose="02040503050406030204" pitchFamily="18" charset="0"/>
                          </a:rPr>
                          <m:t>𝑿</m:t>
                        </m:r>
                      </m:e>
                      <m:sub>
                        <m:r>
                          <a:rPr lang="en-IN" b="1" i="1">
                            <a:latin typeface="Cambria Math" panose="02040503050406030204" pitchFamily="18" charset="0"/>
                          </a:rPr>
                          <m:t>𝒇</m:t>
                        </m:r>
                      </m:sub>
                      <m:sup>
                        <m:r>
                          <a:rPr lang="en-IN" b="1" i="1" smtClean="0">
                            <a:latin typeface="Cambria Math" panose="02040503050406030204" pitchFamily="18" charset="0"/>
                          </a:rPr>
                          <m:t>𝑳𝑷𝑵</m:t>
                        </m:r>
                        <m:r>
                          <a:rPr lang="en-IN" b="1" i="1">
                            <a:latin typeface="Cambria Math" panose="02040503050406030204" pitchFamily="18" charset="0"/>
                          </a:rPr>
                          <m:t>,</m:t>
                        </m:r>
                        <m:r>
                          <a:rPr lang="en-IN" b="1" i="1">
                            <a:latin typeface="Cambria Math" panose="02040503050406030204" pitchFamily="18" charset="0"/>
                          </a:rPr>
                          <m:t>𝒆𝒎𝒑</m:t>
                        </m:r>
                      </m:sup>
                    </m:sSubSup>
                    <m:r>
                      <a:rPr lang="en-IN" b="1" i="1">
                        <a:latin typeface="Cambria Math" panose="02040503050406030204" pitchFamily="18" charset="0"/>
                      </a:rPr>
                      <m:t>+</m:t>
                    </m:r>
                    <m:sSubSup>
                      <m:sSubSupPr>
                        <m:ctrlPr>
                          <a:rPr lang="en-IN" b="1" i="1">
                            <a:latin typeface="Cambria Math" panose="02040503050406030204" pitchFamily="18" charset="0"/>
                          </a:rPr>
                        </m:ctrlPr>
                      </m:sSubSupPr>
                      <m:e>
                        <m:r>
                          <a:rPr lang="en-IN" b="1" i="1">
                            <a:latin typeface="Cambria Math" panose="02040503050406030204" pitchFamily="18" charset="0"/>
                          </a:rPr>
                          <m:t>𝑿</m:t>
                        </m:r>
                      </m:e>
                      <m:sub>
                        <m:r>
                          <a:rPr lang="en-IN" b="1" i="1">
                            <a:latin typeface="Cambria Math" panose="02040503050406030204" pitchFamily="18" charset="0"/>
                          </a:rPr>
                          <m:t>𝒇</m:t>
                        </m:r>
                      </m:sub>
                      <m:sup>
                        <m:r>
                          <a:rPr lang="en-IN" b="1" i="1" smtClean="0">
                            <a:latin typeface="Cambria Math" panose="02040503050406030204" pitchFamily="18" charset="0"/>
                          </a:rPr>
                          <m:t>𝑳𝑷𝑵</m:t>
                        </m:r>
                        <m:r>
                          <a:rPr lang="en-IN" b="1" i="1">
                            <a:latin typeface="Cambria Math" panose="02040503050406030204" pitchFamily="18" charset="0"/>
                          </a:rPr>
                          <m:t>,</m:t>
                        </m:r>
                        <m:r>
                          <a:rPr lang="en-IN" b="1" i="1">
                            <a:latin typeface="Cambria Math" panose="02040503050406030204" pitchFamily="18" charset="0"/>
                          </a:rPr>
                          <m:t>𝒄𝒕𝒓</m:t>
                        </m:r>
                      </m:sup>
                    </m:sSubSup>
                    <m:r>
                      <a:rPr lang="en-IN" b="1" i="1">
                        <a:latin typeface="Cambria Math" panose="02040503050406030204" pitchFamily="18" charset="0"/>
                      </a:rPr>
                      <m:t>≥</m:t>
                    </m:r>
                    <m:r>
                      <a:rPr lang="en-IN" b="1" i="1">
                        <a:latin typeface="Cambria Math" panose="02040503050406030204" pitchFamily="18" charset="0"/>
                      </a:rPr>
                      <m:t>𝟎</m:t>
                    </m:r>
                    <m:r>
                      <a:rPr lang="en-IN" b="1" i="1">
                        <a:latin typeface="Cambria Math" panose="02040503050406030204" pitchFamily="18" charset="0"/>
                      </a:rPr>
                      <m:t>.</m:t>
                    </m:r>
                    <m:r>
                      <a:rPr lang="en-IN" b="1" i="1" smtClean="0">
                        <a:latin typeface="Cambria Math" panose="02040503050406030204" pitchFamily="18" charset="0"/>
                      </a:rPr>
                      <m:t>𝟓</m:t>
                    </m:r>
                    <m:r>
                      <a:rPr lang="en-IN" b="1" i="1">
                        <a:latin typeface="Cambria Math" panose="02040503050406030204" pitchFamily="18" charset="0"/>
                      </a:rPr>
                      <m:t>𝟓</m:t>
                    </m:r>
                    <m:r>
                      <a:rPr lang="en-IN" b="1" i="1">
                        <a:latin typeface="Cambria Math" panose="02040503050406030204" pitchFamily="18" charset="0"/>
                      </a:rPr>
                      <m:t> ∗</m:t>
                    </m:r>
                    <m:sSub>
                      <m:sSubPr>
                        <m:ctrlPr>
                          <a:rPr lang="en-IN" b="1" i="1">
                            <a:latin typeface="Cambria Math" panose="02040503050406030204" pitchFamily="18" charset="0"/>
                          </a:rPr>
                        </m:ctrlPr>
                      </m:sSubPr>
                      <m:e>
                        <m:r>
                          <a:rPr lang="en-IN" b="1" i="1">
                            <a:latin typeface="Cambria Math" panose="02040503050406030204" pitchFamily="18" charset="0"/>
                          </a:rPr>
                          <m:t>𝑹𝑫</m:t>
                        </m:r>
                      </m:e>
                      <m:sub>
                        <m:r>
                          <a:rPr lang="en-IN" b="1" i="1">
                            <a:latin typeface="Cambria Math" panose="02040503050406030204" pitchFamily="18" charset="0"/>
                          </a:rPr>
                          <m:t>𝒇</m:t>
                        </m:r>
                      </m:sub>
                    </m:sSub>
                  </m:oMath>
                </a14:m>
                <a:endParaRPr lang="en-IN" b="1" dirty="0"/>
              </a:p>
              <a:p>
                <a14:m>
                  <m:oMath xmlns:m="http://schemas.openxmlformats.org/officeDocument/2006/math">
                    <m:sSubSup>
                      <m:sSubSupPr>
                        <m:ctrlPr>
                          <a:rPr lang="en-IN" b="1" i="1">
                            <a:latin typeface="Cambria Math" panose="02040503050406030204" pitchFamily="18" charset="0"/>
                          </a:rPr>
                        </m:ctrlPr>
                      </m:sSubSupPr>
                      <m:e>
                        <m:r>
                          <a:rPr lang="en-IN" b="1" i="1">
                            <a:latin typeface="Cambria Math" panose="02040503050406030204" pitchFamily="18" charset="0"/>
                          </a:rPr>
                          <m:t>𝑿</m:t>
                        </m:r>
                      </m:e>
                      <m:sub>
                        <m:r>
                          <a:rPr lang="en-IN" b="1" i="1">
                            <a:latin typeface="Cambria Math" panose="02040503050406030204" pitchFamily="18" charset="0"/>
                          </a:rPr>
                          <m:t>𝒇</m:t>
                        </m:r>
                      </m:sub>
                      <m:sup>
                        <m:r>
                          <a:rPr lang="en-IN" b="1" i="1" smtClean="0">
                            <a:latin typeface="Cambria Math" panose="02040503050406030204" pitchFamily="18" charset="0"/>
                          </a:rPr>
                          <m:t>𝑪𝑵𝑨</m:t>
                        </m:r>
                        <m:r>
                          <a:rPr lang="en-IN" b="1" i="1">
                            <a:latin typeface="Cambria Math" panose="02040503050406030204" pitchFamily="18" charset="0"/>
                          </a:rPr>
                          <m:t>,</m:t>
                        </m:r>
                        <m:r>
                          <a:rPr lang="en-IN" b="1" i="1">
                            <a:latin typeface="Cambria Math" panose="02040503050406030204" pitchFamily="18" charset="0"/>
                          </a:rPr>
                          <m:t>𝒆𝒎𝒑</m:t>
                        </m:r>
                      </m:sup>
                    </m:sSubSup>
                    <m:r>
                      <a:rPr lang="en-IN" b="1" i="1">
                        <a:latin typeface="Cambria Math" panose="02040503050406030204" pitchFamily="18" charset="0"/>
                      </a:rPr>
                      <m:t>+</m:t>
                    </m:r>
                    <m:sSubSup>
                      <m:sSubSupPr>
                        <m:ctrlPr>
                          <a:rPr lang="en-IN" b="1" i="1">
                            <a:latin typeface="Cambria Math" panose="02040503050406030204" pitchFamily="18" charset="0"/>
                          </a:rPr>
                        </m:ctrlPr>
                      </m:sSubSupPr>
                      <m:e>
                        <m:r>
                          <a:rPr lang="en-IN" b="1" i="1">
                            <a:latin typeface="Cambria Math" panose="02040503050406030204" pitchFamily="18" charset="0"/>
                          </a:rPr>
                          <m:t>𝑿</m:t>
                        </m:r>
                      </m:e>
                      <m:sub>
                        <m:r>
                          <a:rPr lang="en-IN" b="1" i="1">
                            <a:latin typeface="Cambria Math" panose="02040503050406030204" pitchFamily="18" charset="0"/>
                          </a:rPr>
                          <m:t>𝒇</m:t>
                        </m:r>
                      </m:sub>
                      <m:sup>
                        <m:r>
                          <a:rPr lang="en-IN" b="1" i="1" smtClean="0">
                            <a:latin typeface="Cambria Math" panose="02040503050406030204" pitchFamily="18" charset="0"/>
                          </a:rPr>
                          <m:t>𝑪𝑵𝑨</m:t>
                        </m:r>
                        <m:r>
                          <a:rPr lang="en-IN" b="1" i="1">
                            <a:latin typeface="Cambria Math" panose="02040503050406030204" pitchFamily="18" charset="0"/>
                          </a:rPr>
                          <m:t>,</m:t>
                        </m:r>
                        <m:r>
                          <a:rPr lang="en-IN" b="1" i="1">
                            <a:latin typeface="Cambria Math" panose="02040503050406030204" pitchFamily="18" charset="0"/>
                          </a:rPr>
                          <m:t>𝒄𝒕𝒓</m:t>
                        </m:r>
                      </m:sup>
                    </m:sSubSup>
                    <m:r>
                      <a:rPr lang="en-IN" b="1" i="1">
                        <a:latin typeface="Cambria Math" panose="02040503050406030204" pitchFamily="18" charset="0"/>
                      </a:rPr>
                      <m:t>≥</m:t>
                    </m:r>
                    <m:r>
                      <a:rPr lang="en-IN" b="1" i="1" smtClean="0">
                        <a:latin typeface="Cambria Math" panose="02040503050406030204" pitchFamily="18" charset="0"/>
                      </a:rPr>
                      <m:t>𝟐</m:t>
                    </m:r>
                    <m:r>
                      <a:rPr lang="en-IN" b="1" i="1" smtClean="0">
                        <a:latin typeface="Cambria Math" panose="02040503050406030204" pitchFamily="18" charset="0"/>
                      </a:rPr>
                      <m:t>.</m:t>
                    </m:r>
                    <m:r>
                      <a:rPr lang="en-IN" b="1" i="1" smtClean="0">
                        <a:latin typeface="Cambria Math" panose="02040503050406030204" pitchFamily="18" charset="0"/>
                      </a:rPr>
                      <m:t>𝟐𝟓</m:t>
                    </m:r>
                    <m:r>
                      <a:rPr lang="en-IN" b="1" i="1">
                        <a:latin typeface="Cambria Math" panose="02040503050406030204" pitchFamily="18" charset="0"/>
                      </a:rPr>
                      <m:t> ∗</m:t>
                    </m:r>
                    <m:sSub>
                      <m:sSubPr>
                        <m:ctrlPr>
                          <a:rPr lang="en-IN" b="1" i="1">
                            <a:latin typeface="Cambria Math" panose="02040503050406030204" pitchFamily="18" charset="0"/>
                          </a:rPr>
                        </m:ctrlPr>
                      </m:sSubPr>
                      <m:e>
                        <m:r>
                          <a:rPr lang="en-IN" b="1" i="1">
                            <a:latin typeface="Cambria Math" panose="02040503050406030204" pitchFamily="18" charset="0"/>
                          </a:rPr>
                          <m:t>𝑹𝑫</m:t>
                        </m:r>
                      </m:e>
                      <m:sub>
                        <m:r>
                          <a:rPr lang="en-IN" b="1" i="1">
                            <a:latin typeface="Cambria Math" panose="02040503050406030204" pitchFamily="18" charset="0"/>
                          </a:rPr>
                          <m:t>𝒇</m:t>
                        </m:r>
                      </m:sub>
                    </m:sSub>
                  </m:oMath>
                </a14:m>
                <a:endParaRPr lang="en-IN" b="1" dirty="0"/>
              </a:p>
              <a:p>
                <a:r>
                  <a:rPr lang="en-IN" dirty="0"/>
                  <a:t>The Non-Negativity constraint as well.</a:t>
                </a:r>
              </a:p>
              <a:p>
                <a:endParaRPr lang="en-IN" dirty="0"/>
              </a:p>
            </p:txBody>
          </p:sp>
        </mc:Choice>
        <mc:Fallback xmlns="">
          <p:sp>
            <p:nvSpPr>
              <p:cNvPr id="3" name="Text Placeholder 2">
                <a:extLst>
                  <a:ext uri="{FF2B5EF4-FFF2-40B4-BE49-F238E27FC236}">
                    <a16:creationId xmlns:a16="http://schemas.microsoft.com/office/drawing/2014/main" id="{BF379966-5D17-377E-F278-3D48B932B14A}"/>
                  </a:ext>
                </a:extLst>
              </p:cNvPr>
              <p:cNvSpPr>
                <a:spLocks noGrp="1" noRot="1" noChangeAspect="1" noMove="1" noResize="1" noEditPoints="1" noAdjustHandles="1" noChangeArrowheads="1" noChangeShapeType="1" noTextEdit="1"/>
              </p:cNvSpPr>
              <p:nvPr>
                <p:ph type="body" idx="1"/>
              </p:nvPr>
            </p:nvSpPr>
            <p:spPr>
              <a:blipFill>
                <a:blip r:embed="rId2"/>
                <a:stretch>
                  <a:fillRect t="-7551"/>
                </a:stretch>
              </a:blipFill>
            </p:spPr>
            <p:txBody>
              <a:bodyPr/>
              <a:lstStyle/>
              <a:p>
                <a:r>
                  <a:rPr lang="en-IN">
                    <a:noFill/>
                  </a:rPr>
                  <a:t> </a:t>
                </a:r>
              </a:p>
            </p:txBody>
          </p:sp>
        </mc:Fallback>
      </mc:AlternateContent>
    </p:spTree>
    <p:extLst>
      <p:ext uri="{BB962C8B-B14F-4D97-AF65-F5344CB8AC3E}">
        <p14:creationId xmlns:p14="http://schemas.microsoft.com/office/powerpoint/2010/main" val="4106883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68544-7B91-BE3C-B2B0-201218EA72E5}"/>
              </a:ext>
            </a:extLst>
          </p:cNvPr>
          <p:cNvSpPr>
            <a:spLocks noGrp="1"/>
          </p:cNvSpPr>
          <p:nvPr>
            <p:ph type="title"/>
          </p:nvPr>
        </p:nvSpPr>
        <p:spPr/>
        <p:txBody>
          <a:bodyPr/>
          <a:lstStyle/>
          <a:p>
            <a:r>
              <a:rPr lang="en-IN" dirty="0"/>
              <a:t>OBJECTIVE FUNCTION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2D26F0E-DF33-D12D-E1E2-DE08A71E0A43}"/>
                  </a:ext>
                </a:extLst>
              </p:cNvPr>
              <p:cNvSpPr>
                <a:spLocks noGrp="1"/>
              </p:cNvSpPr>
              <p:nvPr>
                <p:ph type="body" idx="1"/>
              </p:nvPr>
            </p:nvSpPr>
            <p:spPr>
              <a:xfrm>
                <a:off x="845820" y="2102384"/>
                <a:ext cx="8214360" cy="1098016"/>
              </a:xfrm>
            </p:spPr>
            <p:txBody>
              <a:bodyPr/>
              <a:lstStyle/>
              <a:p>
                <a:pPr marL="139700" indent="0">
                  <a:buNone/>
                </a:pPr>
                <a14:m>
                  <m:oMathPara xmlns:m="http://schemas.openxmlformats.org/officeDocument/2006/math">
                    <m:oMathParaPr>
                      <m:jc m:val="centerGroup"/>
                    </m:oMathParaPr>
                    <m:oMath xmlns:m="http://schemas.openxmlformats.org/officeDocument/2006/math">
                      <m:func>
                        <m:funcPr>
                          <m:ctrlPr>
                            <a:rPr lang="en-IN" sz="1800" b="0" i="1" smtClean="0">
                              <a:latin typeface="Cambria Math" panose="02040503050406030204" pitchFamily="18" charset="0"/>
                            </a:rPr>
                          </m:ctrlPr>
                        </m:funcPr>
                        <m:fName>
                          <m:r>
                            <m:rPr>
                              <m:sty m:val="p"/>
                            </m:rPr>
                            <a:rPr lang="en-IN" sz="1800" b="0" i="0" smtClean="0">
                              <a:latin typeface="Cambria Math" panose="02040503050406030204" pitchFamily="18" charset="0"/>
                            </a:rPr>
                            <m:t>min</m:t>
                          </m:r>
                        </m:fName>
                        <m:e>
                          <m:r>
                            <a:rPr lang="en-IN" sz="1800" b="0" i="1" smtClean="0">
                              <a:latin typeface="Cambria Math" panose="02040503050406030204" pitchFamily="18" charset="0"/>
                            </a:rPr>
                            <m:t>𝑍</m:t>
                          </m:r>
                          <m:r>
                            <a:rPr lang="en-IN" sz="1800" b="0" i="1" smtClean="0">
                              <a:latin typeface="Cambria Math" panose="02040503050406030204" pitchFamily="18" charset="0"/>
                            </a:rPr>
                            <m:t>= </m:t>
                          </m:r>
                        </m:e>
                      </m:func>
                      <m:nary>
                        <m:naryPr>
                          <m:chr m:val="∑"/>
                          <m:supHide m:val="on"/>
                          <m:ctrlPr>
                            <a:rPr lang="en-IN" sz="1800" i="1" smtClean="0">
                              <a:latin typeface="Cambria Math" panose="02040503050406030204" pitchFamily="18" charset="0"/>
                            </a:rPr>
                          </m:ctrlPr>
                        </m:naryPr>
                        <m:sub>
                          <m:r>
                            <m:rPr>
                              <m:brk m:alnAt="7"/>
                            </m:rPr>
                            <a:rPr lang="en-IN" sz="1800" i="1">
                              <a:latin typeface="Cambria Math" panose="02040503050406030204" pitchFamily="18" charset="0"/>
                            </a:rPr>
                            <m:t>𝑓</m:t>
                          </m:r>
                        </m:sub>
                        <m:sup/>
                        <m:e>
                          <m:r>
                            <a:rPr lang="en-IN" sz="1800" i="1">
                              <a:latin typeface="Cambria Math" panose="02040503050406030204" pitchFamily="18" charset="0"/>
                            </a:rPr>
                            <m:t>(</m:t>
                          </m:r>
                        </m:e>
                      </m:nary>
                      <m:sSubSup>
                        <m:sSubSupPr>
                          <m:ctrlPr>
                            <a:rPr lang="en-IN" sz="1800" b="1" i="1">
                              <a:latin typeface="Cambria Math" panose="02040503050406030204" pitchFamily="18" charset="0"/>
                            </a:rPr>
                          </m:ctrlPr>
                        </m:sSubSupPr>
                        <m:e>
                          <m:r>
                            <a:rPr lang="en-IN" sz="1800" b="1" i="1">
                              <a:latin typeface="Cambria Math" panose="02040503050406030204" pitchFamily="18" charset="0"/>
                            </a:rPr>
                            <m:t>𝑿</m:t>
                          </m:r>
                        </m:e>
                        <m:sub>
                          <m:r>
                            <a:rPr lang="en-IN" sz="1800" b="1" i="1">
                              <a:latin typeface="Cambria Math" panose="02040503050406030204" pitchFamily="18" charset="0"/>
                            </a:rPr>
                            <m:t>𝒇</m:t>
                          </m:r>
                        </m:sub>
                        <m:sup>
                          <m:r>
                            <a:rPr lang="en-IN" sz="1800" b="1" i="1">
                              <a:latin typeface="Cambria Math" panose="02040503050406030204" pitchFamily="18" charset="0"/>
                            </a:rPr>
                            <m:t>𝑹𝑵</m:t>
                          </m:r>
                          <m:r>
                            <a:rPr lang="en-IN" sz="1800" b="1" i="1">
                              <a:latin typeface="Cambria Math" panose="02040503050406030204" pitchFamily="18" charset="0"/>
                            </a:rPr>
                            <m:t>,</m:t>
                          </m:r>
                          <m:r>
                            <a:rPr lang="en-IN" sz="1800" b="1" i="1">
                              <a:latin typeface="Cambria Math" panose="02040503050406030204" pitchFamily="18" charset="0"/>
                            </a:rPr>
                            <m:t>𝒆𝒎𝒑</m:t>
                          </m:r>
                        </m:sup>
                      </m:sSubSup>
                      <m:r>
                        <a:rPr lang="en-IN" sz="1800" b="1" i="1">
                          <a:latin typeface="Cambria Math" panose="02040503050406030204" pitchFamily="18" charset="0"/>
                        </a:rPr>
                        <m:t>+</m:t>
                      </m:r>
                      <m:sSubSup>
                        <m:sSubSupPr>
                          <m:ctrlPr>
                            <a:rPr lang="en-IN" sz="1800" b="1" i="1">
                              <a:latin typeface="Cambria Math" panose="02040503050406030204" pitchFamily="18" charset="0"/>
                            </a:rPr>
                          </m:ctrlPr>
                        </m:sSubSupPr>
                        <m:e>
                          <m:r>
                            <a:rPr lang="en-IN" sz="1800" b="1" i="1">
                              <a:latin typeface="Cambria Math" panose="02040503050406030204" pitchFamily="18" charset="0"/>
                            </a:rPr>
                            <m:t>𝑿</m:t>
                          </m:r>
                        </m:e>
                        <m:sub>
                          <m:r>
                            <a:rPr lang="en-IN" sz="1800" b="1" i="1">
                              <a:latin typeface="Cambria Math" panose="02040503050406030204" pitchFamily="18" charset="0"/>
                            </a:rPr>
                            <m:t>𝒇</m:t>
                          </m:r>
                        </m:sub>
                        <m:sup>
                          <m:r>
                            <a:rPr lang="en-IN" sz="1800" b="1" i="1">
                              <a:latin typeface="Cambria Math" panose="02040503050406030204" pitchFamily="18" charset="0"/>
                            </a:rPr>
                            <m:t>𝑹𝑵</m:t>
                          </m:r>
                          <m:r>
                            <a:rPr lang="en-IN" sz="1800" b="1" i="1">
                              <a:latin typeface="Cambria Math" panose="02040503050406030204" pitchFamily="18" charset="0"/>
                            </a:rPr>
                            <m:t>,</m:t>
                          </m:r>
                          <m:r>
                            <a:rPr lang="en-IN" sz="1800" b="1" i="1">
                              <a:latin typeface="Cambria Math" panose="02040503050406030204" pitchFamily="18" charset="0"/>
                            </a:rPr>
                            <m:t>𝒄𝒕𝒓</m:t>
                          </m:r>
                        </m:sup>
                      </m:sSubSup>
                      <m:r>
                        <a:rPr lang="en-IN" sz="1800" b="1" i="1" smtClean="0">
                          <a:latin typeface="Cambria Math" panose="02040503050406030204" pitchFamily="18" charset="0"/>
                        </a:rPr>
                        <m:t>+ </m:t>
                      </m:r>
                      <m:sSubSup>
                        <m:sSubSupPr>
                          <m:ctrlPr>
                            <a:rPr lang="en-IN" sz="1800" b="1" i="1">
                              <a:latin typeface="Cambria Math" panose="02040503050406030204" pitchFamily="18" charset="0"/>
                            </a:rPr>
                          </m:ctrlPr>
                        </m:sSubSupPr>
                        <m:e>
                          <m:r>
                            <a:rPr lang="en-IN" sz="1800" b="1" i="1">
                              <a:latin typeface="Cambria Math" panose="02040503050406030204" pitchFamily="18" charset="0"/>
                            </a:rPr>
                            <m:t>𝑿</m:t>
                          </m:r>
                        </m:e>
                        <m:sub>
                          <m:r>
                            <a:rPr lang="en-IN" sz="1800" b="1" i="1">
                              <a:latin typeface="Cambria Math" panose="02040503050406030204" pitchFamily="18" charset="0"/>
                            </a:rPr>
                            <m:t>𝒇</m:t>
                          </m:r>
                        </m:sub>
                        <m:sup>
                          <m:r>
                            <a:rPr lang="en-IN" sz="1800" b="1" i="1">
                              <a:latin typeface="Cambria Math" panose="02040503050406030204" pitchFamily="18" charset="0"/>
                            </a:rPr>
                            <m:t>𝑳𝑷𝑵</m:t>
                          </m:r>
                          <m:r>
                            <a:rPr lang="en-IN" sz="1800" b="1" i="1">
                              <a:latin typeface="Cambria Math" panose="02040503050406030204" pitchFamily="18" charset="0"/>
                            </a:rPr>
                            <m:t>,</m:t>
                          </m:r>
                          <m:r>
                            <a:rPr lang="en-IN" sz="1800" b="1" i="1">
                              <a:latin typeface="Cambria Math" panose="02040503050406030204" pitchFamily="18" charset="0"/>
                            </a:rPr>
                            <m:t>𝒆𝒎𝒑</m:t>
                          </m:r>
                        </m:sup>
                      </m:sSubSup>
                      <m:r>
                        <a:rPr lang="en-IN" sz="1800" b="1" i="1">
                          <a:latin typeface="Cambria Math" panose="02040503050406030204" pitchFamily="18" charset="0"/>
                        </a:rPr>
                        <m:t>+</m:t>
                      </m:r>
                      <m:sSubSup>
                        <m:sSubSupPr>
                          <m:ctrlPr>
                            <a:rPr lang="en-IN" sz="1800" b="1" i="1">
                              <a:latin typeface="Cambria Math" panose="02040503050406030204" pitchFamily="18" charset="0"/>
                            </a:rPr>
                          </m:ctrlPr>
                        </m:sSubSupPr>
                        <m:e>
                          <m:r>
                            <a:rPr lang="en-IN" sz="1800" b="1" i="1">
                              <a:latin typeface="Cambria Math" panose="02040503050406030204" pitchFamily="18" charset="0"/>
                            </a:rPr>
                            <m:t>𝑿</m:t>
                          </m:r>
                        </m:e>
                        <m:sub>
                          <m:r>
                            <a:rPr lang="en-IN" sz="1800" b="1" i="1">
                              <a:latin typeface="Cambria Math" panose="02040503050406030204" pitchFamily="18" charset="0"/>
                            </a:rPr>
                            <m:t>𝒇</m:t>
                          </m:r>
                        </m:sub>
                        <m:sup>
                          <m:r>
                            <a:rPr lang="en-IN" sz="1800" b="1" i="1">
                              <a:latin typeface="Cambria Math" panose="02040503050406030204" pitchFamily="18" charset="0"/>
                            </a:rPr>
                            <m:t>𝑳𝑷𝑵</m:t>
                          </m:r>
                          <m:r>
                            <a:rPr lang="en-IN" sz="1800" b="1" i="1">
                              <a:latin typeface="Cambria Math" panose="02040503050406030204" pitchFamily="18" charset="0"/>
                            </a:rPr>
                            <m:t>,</m:t>
                          </m:r>
                          <m:r>
                            <a:rPr lang="en-IN" sz="1800" b="1" i="1">
                              <a:latin typeface="Cambria Math" panose="02040503050406030204" pitchFamily="18" charset="0"/>
                            </a:rPr>
                            <m:t>𝒄𝒕𝒓</m:t>
                          </m:r>
                        </m:sup>
                      </m:sSubSup>
                      <m:r>
                        <a:rPr lang="en-IN" sz="1800" b="1" i="1" smtClean="0">
                          <a:latin typeface="Cambria Math" panose="02040503050406030204" pitchFamily="18" charset="0"/>
                        </a:rPr>
                        <m:t>+</m:t>
                      </m:r>
                      <m:sSubSup>
                        <m:sSubSupPr>
                          <m:ctrlPr>
                            <a:rPr lang="en-IN" sz="1800" b="1" i="1">
                              <a:latin typeface="Cambria Math" panose="02040503050406030204" pitchFamily="18" charset="0"/>
                            </a:rPr>
                          </m:ctrlPr>
                        </m:sSubSupPr>
                        <m:e>
                          <m:r>
                            <a:rPr lang="en-IN" sz="1800" b="1" i="1">
                              <a:latin typeface="Cambria Math" panose="02040503050406030204" pitchFamily="18" charset="0"/>
                            </a:rPr>
                            <m:t>𝑿</m:t>
                          </m:r>
                        </m:e>
                        <m:sub>
                          <m:r>
                            <a:rPr lang="en-IN" sz="1800" b="1" i="1">
                              <a:latin typeface="Cambria Math" panose="02040503050406030204" pitchFamily="18" charset="0"/>
                            </a:rPr>
                            <m:t>𝒇</m:t>
                          </m:r>
                        </m:sub>
                        <m:sup>
                          <m:r>
                            <a:rPr lang="en-IN" sz="1800" b="1" i="1">
                              <a:latin typeface="Cambria Math" panose="02040503050406030204" pitchFamily="18" charset="0"/>
                            </a:rPr>
                            <m:t>𝑪𝑵𝑨</m:t>
                          </m:r>
                          <m:r>
                            <a:rPr lang="en-IN" sz="1800" b="1" i="1">
                              <a:latin typeface="Cambria Math" panose="02040503050406030204" pitchFamily="18" charset="0"/>
                            </a:rPr>
                            <m:t>,</m:t>
                          </m:r>
                          <m:r>
                            <a:rPr lang="en-IN" sz="1800" b="1" i="1">
                              <a:latin typeface="Cambria Math" panose="02040503050406030204" pitchFamily="18" charset="0"/>
                            </a:rPr>
                            <m:t>𝒆𝒎𝒑</m:t>
                          </m:r>
                        </m:sup>
                      </m:sSubSup>
                      <m:r>
                        <a:rPr lang="en-IN" sz="1800" b="1" i="1">
                          <a:latin typeface="Cambria Math" panose="02040503050406030204" pitchFamily="18" charset="0"/>
                        </a:rPr>
                        <m:t>+</m:t>
                      </m:r>
                      <m:sSubSup>
                        <m:sSubSupPr>
                          <m:ctrlPr>
                            <a:rPr lang="en-IN" sz="1800" b="1" i="1">
                              <a:latin typeface="Cambria Math" panose="02040503050406030204" pitchFamily="18" charset="0"/>
                            </a:rPr>
                          </m:ctrlPr>
                        </m:sSubSupPr>
                        <m:e>
                          <m:r>
                            <a:rPr lang="en-IN" sz="1800" b="1" i="1">
                              <a:latin typeface="Cambria Math" panose="02040503050406030204" pitchFamily="18" charset="0"/>
                            </a:rPr>
                            <m:t>𝑿</m:t>
                          </m:r>
                        </m:e>
                        <m:sub>
                          <m:r>
                            <a:rPr lang="en-IN" sz="1800" b="1" i="1">
                              <a:latin typeface="Cambria Math" panose="02040503050406030204" pitchFamily="18" charset="0"/>
                            </a:rPr>
                            <m:t>𝒇</m:t>
                          </m:r>
                        </m:sub>
                        <m:sup>
                          <m:r>
                            <a:rPr lang="en-IN" sz="1800" b="1" i="1">
                              <a:latin typeface="Cambria Math" panose="02040503050406030204" pitchFamily="18" charset="0"/>
                            </a:rPr>
                            <m:t>𝑪𝑵𝑨</m:t>
                          </m:r>
                          <m:r>
                            <a:rPr lang="en-IN" sz="1800" b="1" i="1">
                              <a:latin typeface="Cambria Math" panose="02040503050406030204" pitchFamily="18" charset="0"/>
                            </a:rPr>
                            <m:t>,</m:t>
                          </m:r>
                          <m:r>
                            <a:rPr lang="en-IN" sz="1800" b="1" i="1">
                              <a:latin typeface="Cambria Math" panose="02040503050406030204" pitchFamily="18" charset="0"/>
                            </a:rPr>
                            <m:t>𝒄𝒕𝒓</m:t>
                          </m:r>
                        </m:sup>
                      </m:sSubSup>
                      <m:r>
                        <a:rPr lang="en-IN" sz="1800" b="1" i="1" smtClean="0">
                          <a:latin typeface="Cambria Math" panose="02040503050406030204" pitchFamily="18" charset="0"/>
                        </a:rPr>
                        <m:t>)</m:t>
                      </m:r>
                    </m:oMath>
                  </m:oMathPara>
                </a14:m>
                <a:endParaRPr lang="en-IN" sz="1800" b="1" dirty="0"/>
              </a:p>
            </p:txBody>
          </p:sp>
        </mc:Choice>
        <mc:Fallback xmlns="">
          <p:sp>
            <p:nvSpPr>
              <p:cNvPr id="3" name="Text Placeholder 2">
                <a:extLst>
                  <a:ext uri="{FF2B5EF4-FFF2-40B4-BE49-F238E27FC236}">
                    <a16:creationId xmlns:a16="http://schemas.microsoft.com/office/drawing/2014/main" id="{02D26F0E-DF33-D12D-E1E2-DE08A71E0A43}"/>
                  </a:ext>
                </a:extLst>
              </p:cNvPr>
              <p:cNvSpPr>
                <a:spLocks noGrp="1" noRot="1" noChangeAspect="1" noMove="1" noResize="1" noEditPoints="1" noAdjustHandles="1" noChangeArrowheads="1" noChangeShapeType="1" noTextEdit="1"/>
              </p:cNvSpPr>
              <p:nvPr>
                <p:ph type="body" idx="1"/>
              </p:nvPr>
            </p:nvSpPr>
            <p:spPr>
              <a:xfrm>
                <a:off x="845820" y="2102384"/>
                <a:ext cx="8214360" cy="1098016"/>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290491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EA8B7CF8-35E5-A116-C156-C5B18A5A075D}"/>
            </a:ext>
          </a:extLst>
        </p:cNvPr>
        <p:cNvGrpSpPr/>
        <p:nvPr/>
      </p:nvGrpSpPr>
      <p:grpSpPr>
        <a:xfrm>
          <a:off x="0" y="0"/>
          <a:ext cx="0" cy="0"/>
          <a:chOff x="0" y="0"/>
          <a:chExt cx="0" cy="0"/>
        </a:xfrm>
      </p:grpSpPr>
      <p:sp>
        <p:nvSpPr>
          <p:cNvPr id="164" name="Google Shape;164;p33">
            <a:extLst>
              <a:ext uri="{FF2B5EF4-FFF2-40B4-BE49-F238E27FC236}">
                <a16:creationId xmlns:a16="http://schemas.microsoft.com/office/drawing/2014/main" id="{3019DD49-2BBF-3487-0B47-4E131DC2EF15}"/>
              </a:ext>
            </a:extLst>
          </p:cNvPr>
          <p:cNvSpPr txBox="1">
            <a:spLocks noGrp="1"/>
          </p:cNvSpPr>
          <p:nvPr>
            <p:ph type="title"/>
          </p:nvPr>
        </p:nvSpPr>
        <p:spPr>
          <a:xfrm>
            <a:off x="991800" y="537875"/>
            <a:ext cx="7160400" cy="479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OPTIMIZATION</a:t>
            </a:r>
            <a:endParaRPr dirty="0"/>
          </a:p>
        </p:txBody>
      </p:sp>
      <p:sp>
        <p:nvSpPr>
          <p:cNvPr id="2" name="Text Placeholder 1">
            <a:extLst>
              <a:ext uri="{FF2B5EF4-FFF2-40B4-BE49-F238E27FC236}">
                <a16:creationId xmlns:a16="http://schemas.microsoft.com/office/drawing/2014/main" id="{46A02B80-A8AD-D7FD-2343-04ABAF37FF1D}"/>
              </a:ext>
            </a:extLst>
          </p:cNvPr>
          <p:cNvSpPr>
            <a:spLocks noGrp="1" noChangeArrowheads="1"/>
          </p:cNvSpPr>
          <p:nvPr>
            <p:ph type="body" idx="1"/>
          </p:nvPr>
        </p:nvSpPr>
        <p:spPr bwMode="auto">
          <a:xfrm>
            <a:off x="991800" y="1209636"/>
            <a:ext cx="792662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The Goal (Objective): Minimize Total Hours.</a:t>
            </a:r>
            <a:r>
              <a:rPr kumimoji="0" lang="en-US" altLang="en-US" b="0" i="0" u="none" strike="noStrike" cap="none" normalizeH="0" baseline="0" dirty="0">
                <a:ln>
                  <a:noFill/>
                </a:ln>
                <a:solidFill>
                  <a:schemeClr val="tx1"/>
                </a:solidFill>
                <a:effectLst/>
                <a:latin typeface="Arial" panose="020B0604020202020204" pitchFamily="34" charset="0"/>
              </a:rPr>
              <a:t> The model’s main purpose is to find the absolute lowest number of staffing hours needed, which automatically cuts any waste from overstaffed facilities.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The Rules (Constraints): Meet Legal Minimums.</a:t>
            </a:r>
            <a:r>
              <a:rPr kumimoji="0" lang="en-US" altLang="en-US" b="0" i="0" u="none" strike="noStrike" cap="none" normalizeH="0" baseline="0" dirty="0">
                <a:ln>
                  <a:noFill/>
                </a:ln>
                <a:solidFill>
                  <a:schemeClr val="tx1"/>
                </a:solidFill>
                <a:effectLst/>
                <a:latin typeface="Arial" panose="020B0604020202020204" pitchFamily="34" charset="0"/>
              </a:rPr>
              <a:t> The model must follow strict rules that the total hours for RNs, LPNs, and CNAs are always at or above the legal HPRD requirement. This automatically fixes any underutilized and </a:t>
            </a:r>
            <a:r>
              <a:rPr lang="en-US" altLang="en-US" dirty="0">
                <a:solidFill>
                  <a:schemeClr val="tx1"/>
                </a:solidFill>
                <a:latin typeface="Arial" panose="020B0604020202020204" pitchFamily="34" charset="0"/>
              </a:rPr>
              <a:t>overutilized</a:t>
            </a:r>
            <a:r>
              <a:rPr kumimoji="0" lang="en-US" altLang="en-US" b="0" i="0" u="none" strike="noStrike" cap="none" normalizeH="0" baseline="0" dirty="0">
                <a:ln>
                  <a:noFill/>
                </a:ln>
                <a:solidFill>
                  <a:schemeClr val="tx1"/>
                </a:solidFill>
                <a:effectLst/>
                <a:latin typeface="Arial" panose="020B0604020202020204" pitchFamily="34" charset="0"/>
              </a:rPr>
              <a:t> facilities.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The Decisions (Variables): Find the Best Staff Mix.</a:t>
            </a:r>
            <a:r>
              <a:rPr kumimoji="0" lang="en-US" altLang="en-US" b="0" i="0" u="none" strike="noStrike" cap="none" normalizeH="0" baseline="0" dirty="0">
                <a:ln>
                  <a:noFill/>
                </a:ln>
                <a:solidFill>
                  <a:schemeClr val="tx1"/>
                </a:solidFill>
                <a:effectLst/>
                <a:latin typeface="Arial" panose="020B0604020202020204" pitchFamily="34" charset="0"/>
              </a:rPr>
              <a:t> For each facility, the model’s job is to decide the optimal number of employee and contract hours for each of the three nurse types.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The Final Answer (Solution): Calculate the Optimal Plan.</a:t>
            </a:r>
            <a:r>
              <a:rPr kumimoji="0" lang="en-US" altLang="en-US" b="0" i="0" u="none" strike="noStrike" cap="none" normalizeH="0" baseline="0" dirty="0">
                <a:ln>
                  <a:noFill/>
                </a:ln>
                <a:solidFill>
                  <a:schemeClr val="tx1"/>
                </a:solidFill>
                <a:effectLst/>
                <a:latin typeface="Arial" panose="020B0604020202020204" pitchFamily="34" charset="0"/>
              </a:rPr>
              <a:t> The solver finds the single best staffing plan that perfectly balances the goal (lowest hours) with the rules (legal compliance) and saves this ideal result.</a:t>
            </a:r>
          </a:p>
        </p:txBody>
      </p:sp>
    </p:spTree>
    <p:extLst>
      <p:ext uri="{BB962C8B-B14F-4D97-AF65-F5344CB8AC3E}">
        <p14:creationId xmlns:p14="http://schemas.microsoft.com/office/powerpoint/2010/main" val="3181658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30819388-EA43-EE51-4B08-71EA9BD639EA}"/>
            </a:ext>
          </a:extLst>
        </p:cNvPr>
        <p:cNvGrpSpPr/>
        <p:nvPr/>
      </p:nvGrpSpPr>
      <p:grpSpPr>
        <a:xfrm>
          <a:off x="0" y="0"/>
          <a:ext cx="0" cy="0"/>
          <a:chOff x="0" y="0"/>
          <a:chExt cx="0" cy="0"/>
        </a:xfrm>
      </p:grpSpPr>
      <p:sp>
        <p:nvSpPr>
          <p:cNvPr id="164" name="Google Shape;164;p33">
            <a:extLst>
              <a:ext uri="{FF2B5EF4-FFF2-40B4-BE49-F238E27FC236}">
                <a16:creationId xmlns:a16="http://schemas.microsoft.com/office/drawing/2014/main" id="{F5D88E26-941C-E56F-ED73-62AD8797856D}"/>
              </a:ext>
            </a:extLst>
          </p:cNvPr>
          <p:cNvSpPr txBox="1">
            <a:spLocks noGrp="1"/>
          </p:cNvSpPr>
          <p:nvPr>
            <p:ph type="title"/>
          </p:nvPr>
        </p:nvSpPr>
        <p:spPr>
          <a:xfrm>
            <a:off x="919301" y="239701"/>
            <a:ext cx="7160400" cy="479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METHODOLOGY</a:t>
            </a:r>
            <a:endParaRPr dirty="0"/>
          </a:p>
        </p:txBody>
      </p:sp>
      <p:sp>
        <p:nvSpPr>
          <p:cNvPr id="2" name="Text Placeholder 1">
            <a:extLst>
              <a:ext uri="{FF2B5EF4-FFF2-40B4-BE49-F238E27FC236}">
                <a16:creationId xmlns:a16="http://schemas.microsoft.com/office/drawing/2014/main" id="{702D9995-C5B0-6F79-1211-2579FCE24565}"/>
              </a:ext>
            </a:extLst>
          </p:cNvPr>
          <p:cNvSpPr>
            <a:spLocks noGrp="1" noChangeArrowheads="1"/>
          </p:cNvSpPr>
          <p:nvPr>
            <p:ph type="body" idx="1"/>
          </p:nvPr>
        </p:nvSpPr>
        <p:spPr bwMode="auto">
          <a:xfrm>
            <a:off x="919301" y="565513"/>
            <a:ext cx="807892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200000"/>
              </a:lnSpc>
              <a:spcBef>
                <a:spcPct val="0"/>
              </a:spcBef>
              <a:spcAft>
                <a:spcPct val="0"/>
              </a:spcAft>
              <a:buClrTx/>
              <a:buSzTx/>
              <a:buFontTx/>
              <a:buChar char="•"/>
            </a:pPr>
            <a:r>
              <a:rPr lang="en-US" altLang="en-US" sz="1200" b="1" dirty="0">
                <a:solidFill>
                  <a:schemeClr val="tx1"/>
                </a:solidFill>
                <a:latin typeface="Arial" panose="020B0604020202020204" pitchFamily="34" charset="0"/>
              </a:rPr>
              <a:t>Define the Problem</a:t>
            </a:r>
            <a:r>
              <a:rPr lang="en-US" altLang="en-US" sz="1200" dirty="0">
                <a:solidFill>
                  <a:schemeClr val="tx1"/>
                </a:solidFill>
                <a:latin typeface="Arial" panose="020B0604020202020204" pitchFamily="34" charset="0"/>
              </a:rPr>
              <a:t>: Identify the core objective as the need to meet the minimum HPRD (Hours Per Resident Day) staffing rules set by CMS.</a:t>
            </a:r>
          </a:p>
          <a:p>
            <a:pPr marL="0" lvl="0" indent="0" eaLnBrk="0" fontAlgn="base" hangingPunct="0">
              <a:lnSpc>
                <a:spcPct val="200000"/>
              </a:lnSpc>
              <a:spcBef>
                <a:spcPct val="0"/>
              </a:spcBef>
              <a:spcAft>
                <a:spcPct val="0"/>
              </a:spcAft>
              <a:buClrTx/>
              <a:buSzTx/>
              <a:buFontTx/>
              <a:buChar char="•"/>
            </a:pPr>
            <a:r>
              <a:rPr lang="en-US" altLang="en-US" sz="1200" b="1" dirty="0">
                <a:solidFill>
                  <a:schemeClr val="tx1"/>
                </a:solidFill>
                <a:latin typeface="Arial" panose="020B0604020202020204" pitchFamily="34" charset="0"/>
              </a:rPr>
              <a:t>Prepare the Dataset</a:t>
            </a:r>
            <a:r>
              <a:rPr lang="en-US" altLang="en-US" sz="1200" dirty="0">
                <a:solidFill>
                  <a:schemeClr val="tx1"/>
                </a:solidFill>
                <a:latin typeface="Arial" panose="020B0604020202020204" pitchFamily="34" charset="0"/>
              </a:rPr>
              <a:t>: Collect the raw CMS staffing data, then clean it to handle errors and aggregate all daily records into a final summary for each facility.</a:t>
            </a:r>
          </a:p>
          <a:p>
            <a:pPr marL="0" lvl="0" indent="0" eaLnBrk="0" fontAlgn="base" hangingPunct="0">
              <a:lnSpc>
                <a:spcPct val="200000"/>
              </a:lnSpc>
              <a:spcBef>
                <a:spcPct val="0"/>
              </a:spcBef>
              <a:spcAft>
                <a:spcPct val="0"/>
              </a:spcAft>
              <a:buClrTx/>
              <a:buSzTx/>
              <a:buFontTx/>
              <a:buChar char="•"/>
            </a:pPr>
            <a:r>
              <a:rPr lang="en-US" altLang="en-US" sz="1200" b="1" dirty="0">
                <a:solidFill>
                  <a:schemeClr val="tx1"/>
                </a:solidFill>
                <a:latin typeface="Arial" panose="020B0604020202020204" pitchFamily="34" charset="0"/>
              </a:rPr>
              <a:t>Formulate the Optimization Model</a:t>
            </a:r>
            <a:r>
              <a:rPr lang="en-US" altLang="en-US" sz="1200" dirty="0">
                <a:solidFill>
                  <a:schemeClr val="tx1"/>
                </a:solidFill>
                <a:latin typeface="Arial" panose="020B0604020202020204" pitchFamily="34" charset="0"/>
              </a:rPr>
              <a:t>: Build a mathematical model for each facility with an objective to minimize total hours and constraints to enforce the HPRD rules.</a:t>
            </a:r>
          </a:p>
          <a:p>
            <a:pPr marL="0" lvl="0" indent="0" eaLnBrk="0" fontAlgn="base" hangingPunct="0">
              <a:lnSpc>
                <a:spcPct val="200000"/>
              </a:lnSpc>
              <a:spcBef>
                <a:spcPct val="0"/>
              </a:spcBef>
              <a:spcAft>
                <a:spcPct val="0"/>
              </a:spcAft>
              <a:buClrTx/>
              <a:buSzTx/>
              <a:buFontTx/>
              <a:buChar char="•"/>
            </a:pPr>
            <a:r>
              <a:rPr lang="en-US" altLang="en-US" sz="1200" b="1" dirty="0">
                <a:solidFill>
                  <a:schemeClr val="tx1"/>
                </a:solidFill>
                <a:latin typeface="Arial" panose="020B0604020202020204" pitchFamily="34" charset="0"/>
              </a:rPr>
              <a:t>Solve the Model</a:t>
            </a:r>
            <a:r>
              <a:rPr lang="en-US" altLang="en-US" sz="1200" dirty="0">
                <a:solidFill>
                  <a:schemeClr val="tx1"/>
                </a:solidFill>
                <a:latin typeface="Arial" panose="020B0604020202020204" pitchFamily="34" charset="0"/>
              </a:rPr>
              <a:t>: Use Python to run the optimization solver and calculate the most efficient staffing plan for every facility.</a:t>
            </a:r>
          </a:p>
          <a:p>
            <a:pPr marL="0" lvl="0" indent="0" eaLnBrk="0" fontAlgn="base" hangingPunct="0">
              <a:lnSpc>
                <a:spcPct val="200000"/>
              </a:lnSpc>
              <a:spcBef>
                <a:spcPct val="0"/>
              </a:spcBef>
              <a:spcAft>
                <a:spcPct val="0"/>
              </a:spcAft>
              <a:buClrTx/>
              <a:buSzTx/>
              <a:buFontTx/>
              <a:buChar char="•"/>
            </a:pPr>
            <a:r>
              <a:rPr lang="en-US" altLang="en-US" sz="1200" b="1" dirty="0">
                <a:solidFill>
                  <a:schemeClr val="tx1"/>
                </a:solidFill>
                <a:latin typeface="Arial" panose="020B0604020202020204" pitchFamily="34" charset="0"/>
              </a:rPr>
              <a:t>Evaluate the Solution</a:t>
            </a:r>
            <a:r>
              <a:rPr lang="en-US" altLang="en-US" sz="1200" dirty="0">
                <a:solidFill>
                  <a:schemeClr val="tx1"/>
                </a:solidFill>
                <a:latin typeface="Arial" panose="020B0604020202020204" pitchFamily="34" charset="0"/>
              </a:rPr>
              <a:t>: Compare the new, optimized results against the original data to measure the impact on compliance and total staffing hours.</a:t>
            </a:r>
          </a:p>
          <a:p>
            <a:pPr marL="0" lvl="0" indent="0" eaLnBrk="0" fontAlgn="base" hangingPunct="0">
              <a:lnSpc>
                <a:spcPct val="200000"/>
              </a:lnSpc>
              <a:spcBef>
                <a:spcPct val="0"/>
              </a:spcBef>
              <a:spcAft>
                <a:spcPct val="0"/>
              </a:spcAft>
              <a:buClrTx/>
              <a:buSzTx/>
              <a:buFontTx/>
              <a:buChar char="•"/>
            </a:pPr>
            <a:r>
              <a:rPr lang="en-US" altLang="en-US" sz="1200" b="1" dirty="0">
                <a:solidFill>
                  <a:schemeClr val="tx1"/>
                </a:solidFill>
                <a:latin typeface="Arial" panose="020B0604020202020204" pitchFamily="34" charset="0"/>
              </a:rPr>
              <a:t>Draw Conclusions</a:t>
            </a:r>
            <a:r>
              <a:rPr lang="en-US" altLang="en-US" sz="1200" dirty="0">
                <a:solidFill>
                  <a:schemeClr val="tx1"/>
                </a:solidFill>
                <a:latin typeface="Arial" panose="020B0604020202020204" pitchFamily="34" charset="0"/>
              </a:rPr>
              <a:t>: Analyze the final evaluation to report on the key findings, such as the scale of underutilization and overutilization along with the effectiveness of the model.</a:t>
            </a:r>
          </a:p>
          <a:p>
            <a:pPr marL="0" lvl="0" indent="0" eaLnBrk="0" fontAlgn="base" hangingPunct="0">
              <a:lnSpc>
                <a:spcPct val="200000"/>
              </a:lnSpc>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9871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31C97E4D-E4AF-3EF8-BF0C-5A5E9AD07975}"/>
            </a:ext>
          </a:extLst>
        </p:cNvPr>
        <p:cNvGrpSpPr/>
        <p:nvPr/>
      </p:nvGrpSpPr>
      <p:grpSpPr>
        <a:xfrm>
          <a:off x="0" y="0"/>
          <a:ext cx="0" cy="0"/>
          <a:chOff x="0" y="0"/>
          <a:chExt cx="0" cy="0"/>
        </a:xfrm>
      </p:grpSpPr>
      <p:sp>
        <p:nvSpPr>
          <p:cNvPr id="164" name="Google Shape;164;p33">
            <a:extLst>
              <a:ext uri="{FF2B5EF4-FFF2-40B4-BE49-F238E27FC236}">
                <a16:creationId xmlns:a16="http://schemas.microsoft.com/office/drawing/2014/main" id="{C5D4F49D-FF66-0672-E8DC-D1571D48911A}"/>
              </a:ext>
            </a:extLst>
          </p:cNvPr>
          <p:cNvSpPr txBox="1">
            <a:spLocks noGrp="1"/>
          </p:cNvSpPr>
          <p:nvPr>
            <p:ph type="title"/>
          </p:nvPr>
        </p:nvSpPr>
        <p:spPr>
          <a:xfrm>
            <a:off x="991800" y="537875"/>
            <a:ext cx="7160400" cy="479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FINAL RESULTS:</a:t>
            </a:r>
            <a:endParaRPr dirty="0"/>
          </a:p>
        </p:txBody>
      </p:sp>
      <p:pic>
        <p:nvPicPr>
          <p:cNvPr id="4" name="Picture 3">
            <a:extLst>
              <a:ext uri="{FF2B5EF4-FFF2-40B4-BE49-F238E27FC236}">
                <a16:creationId xmlns:a16="http://schemas.microsoft.com/office/drawing/2014/main" id="{17D73CC7-4F73-3C43-B03D-B3387736BECD}"/>
              </a:ext>
            </a:extLst>
          </p:cNvPr>
          <p:cNvPicPr>
            <a:picLocks noChangeAspect="1"/>
          </p:cNvPicPr>
          <p:nvPr/>
        </p:nvPicPr>
        <p:blipFill>
          <a:blip r:embed="rId3"/>
          <a:stretch>
            <a:fillRect/>
          </a:stretch>
        </p:blipFill>
        <p:spPr>
          <a:xfrm>
            <a:off x="4572000" y="1242528"/>
            <a:ext cx="4479794" cy="3012387"/>
          </a:xfrm>
          <a:prstGeom prst="rect">
            <a:avLst/>
          </a:prstGeom>
        </p:spPr>
      </p:pic>
      <p:pic>
        <p:nvPicPr>
          <p:cNvPr id="7" name="Picture 6">
            <a:extLst>
              <a:ext uri="{FF2B5EF4-FFF2-40B4-BE49-F238E27FC236}">
                <a16:creationId xmlns:a16="http://schemas.microsoft.com/office/drawing/2014/main" id="{9A9DCB60-7797-15CB-26F3-6C72FF19C6C1}"/>
              </a:ext>
            </a:extLst>
          </p:cNvPr>
          <p:cNvPicPr>
            <a:picLocks noChangeAspect="1"/>
          </p:cNvPicPr>
          <p:nvPr/>
        </p:nvPicPr>
        <p:blipFill>
          <a:blip r:embed="rId4"/>
          <a:stretch>
            <a:fillRect/>
          </a:stretch>
        </p:blipFill>
        <p:spPr>
          <a:xfrm>
            <a:off x="773207" y="1362751"/>
            <a:ext cx="3798793" cy="2771940"/>
          </a:xfrm>
          <a:prstGeom prst="rect">
            <a:avLst/>
          </a:prstGeom>
        </p:spPr>
      </p:pic>
    </p:spTree>
    <p:extLst>
      <p:ext uri="{BB962C8B-B14F-4D97-AF65-F5344CB8AC3E}">
        <p14:creationId xmlns:p14="http://schemas.microsoft.com/office/powerpoint/2010/main" val="1226220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1"/>
          <p:cNvSpPr/>
          <p:nvPr/>
        </p:nvSpPr>
        <p:spPr>
          <a:xfrm>
            <a:off x="1457739" y="874645"/>
            <a:ext cx="6440557" cy="3048000"/>
          </a:xfrm>
          <a:prstGeom prst="snip2DiagRect">
            <a:avLst>
              <a:gd name="adj1" fmla="val 0"/>
              <a:gd name="adj2" fmla="val 1666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1"/>
          <p:cNvSpPr txBox="1">
            <a:spLocks noGrp="1"/>
          </p:cNvSpPr>
          <p:nvPr>
            <p:ph type="title"/>
          </p:nvPr>
        </p:nvSpPr>
        <p:spPr>
          <a:xfrm>
            <a:off x="2454750" y="1220855"/>
            <a:ext cx="4234500" cy="47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TEAM MEMBERS</a:t>
            </a:r>
            <a:endParaRPr dirty="0"/>
          </a:p>
        </p:txBody>
      </p:sp>
      <p:sp>
        <p:nvSpPr>
          <p:cNvPr id="308" name="Google Shape;308;p41"/>
          <p:cNvSpPr txBox="1">
            <a:spLocks noGrp="1"/>
          </p:cNvSpPr>
          <p:nvPr>
            <p:ph type="subTitle" idx="1"/>
          </p:nvPr>
        </p:nvSpPr>
        <p:spPr>
          <a:xfrm>
            <a:off x="2454750" y="2049578"/>
            <a:ext cx="4234500" cy="1301700"/>
          </a:xfrm>
          <a:prstGeom prst="rect">
            <a:avLst/>
          </a:prstGeom>
        </p:spPr>
        <p:txBody>
          <a:bodyPr spcFirstLastPara="1" wrap="square" lIns="91425" tIns="91425" rIns="91425" bIns="91425" anchor="t" anchorCtr="0">
            <a:noAutofit/>
          </a:bodyPr>
          <a:lstStyle/>
          <a:p>
            <a:pPr algn="ctr"/>
            <a:r>
              <a:rPr lang="en-IN" dirty="0"/>
              <a:t>CB.EN.U4AIE22130- Dhanush MC </a:t>
            </a:r>
          </a:p>
          <a:p>
            <a:pPr algn="ctr"/>
            <a:r>
              <a:rPr lang="en-IN" dirty="0"/>
              <a:t>CB.EN.U4AIE22155- Sandeep Kumar T.V </a:t>
            </a:r>
          </a:p>
          <a:p>
            <a:pPr algn="ctr"/>
            <a:r>
              <a:rPr lang="en-IN" dirty="0"/>
              <a:t>CB.EN.U4AIE22121- Mohan Krishna G</a:t>
            </a:r>
          </a:p>
          <a:p>
            <a:pPr marL="0" lvl="0" indent="0" algn="l" rtl="0">
              <a:spcBef>
                <a:spcPts val="0"/>
              </a:spcBef>
              <a:spcAft>
                <a:spcPts val="0"/>
              </a:spcAft>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4BD7047B-9AA3-8841-B03A-2CD9782464A2}"/>
            </a:ext>
          </a:extLst>
        </p:cNvPr>
        <p:cNvGrpSpPr/>
        <p:nvPr/>
      </p:nvGrpSpPr>
      <p:grpSpPr>
        <a:xfrm>
          <a:off x="0" y="0"/>
          <a:ext cx="0" cy="0"/>
          <a:chOff x="0" y="0"/>
          <a:chExt cx="0" cy="0"/>
        </a:xfrm>
      </p:grpSpPr>
      <p:sp>
        <p:nvSpPr>
          <p:cNvPr id="305" name="Google Shape;305;p41">
            <a:extLst>
              <a:ext uri="{FF2B5EF4-FFF2-40B4-BE49-F238E27FC236}">
                <a16:creationId xmlns:a16="http://schemas.microsoft.com/office/drawing/2014/main" id="{55161F51-1B53-F78B-0480-FF4D08A5D399}"/>
              </a:ext>
            </a:extLst>
          </p:cNvPr>
          <p:cNvSpPr/>
          <p:nvPr/>
        </p:nvSpPr>
        <p:spPr>
          <a:xfrm>
            <a:off x="1936796" y="1155940"/>
            <a:ext cx="4789800" cy="2394300"/>
          </a:xfrm>
          <a:prstGeom prst="snip2DiagRect">
            <a:avLst>
              <a:gd name="adj1" fmla="val 0"/>
              <a:gd name="adj2" fmla="val 1666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1">
            <a:extLst>
              <a:ext uri="{FF2B5EF4-FFF2-40B4-BE49-F238E27FC236}">
                <a16:creationId xmlns:a16="http://schemas.microsoft.com/office/drawing/2014/main" id="{0DAD2D88-8F68-1A38-E204-ACC9B0740FEA}"/>
              </a:ext>
            </a:extLst>
          </p:cNvPr>
          <p:cNvSpPr/>
          <p:nvPr/>
        </p:nvSpPr>
        <p:spPr>
          <a:xfrm>
            <a:off x="1678000" y="871500"/>
            <a:ext cx="5365530" cy="3116060"/>
          </a:xfrm>
          <a:prstGeom prst="snip2DiagRect">
            <a:avLst>
              <a:gd name="adj1" fmla="val 0"/>
              <a:gd name="adj2" fmla="val 16667"/>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1">
            <a:extLst>
              <a:ext uri="{FF2B5EF4-FFF2-40B4-BE49-F238E27FC236}">
                <a16:creationId xmlns:a16="http://schemas.microsoft.com/office/drawing/2014/main" id="{5DAD63E3-2BD8-A67E-AD5B-A18DEB316049}"/>
              </a:ext>
            </a:extLst>
          </p:cNvPr>
          <p:cNvSpPr txBox="1">
            <a:spLocks noGrp="1"/>
          </p:cNvSpPr>
          <p:nvPr>
            <p:ph type="title"/>
          </p:nvPr>
        </p:nvSpPr>
        <p:spPr>
          <a:xfrm>
            <a:off x="2380313" y="1753885"/>
            <a:ext cx="3902765" cy="98268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dirty="0"/>
              <a:t>THANK YOU</a:t>
            </a:r>
            <a:endParaRPr sz="6000" dirty="0"/>
          </a:p>
        </p:txBody>
      </p:sp>
    </p:spTree>
    <p:extLst>
      <p:ext uri="{BB962C8B-B14F-4D97-AF65-F5344CB8AC3E}">
        <p14:creationId xmlns:p14="http://schemas.microsoft.com/office/powerpoint/2010/main" val="346766649"/>
      </p:ext>
    </p:extLst>
  </p:cSld>
  <p:clrMapOvr>
    <a:masterClrMapping/>
  </p:clrMapOvr>
</p:sld>
</file>

<file path=ppt/theme/theme1.xml><?xml version="1.0" encoding="utf-8"?>
<a:theme xmlns:a="http://schemas.openxmlformats.org/drawingml/2006/main" name="Public Hospital by Slidesgo">
  <a:themeElements>
    <a:clrScheme name="Simple Light">
      <a:dk1>
        <a:srgbClr val="434343"/>
      </a:dk1>
      <a:lt1>
        <a:srgbClr val="FFFFFF"/>
      </a:lt1>
      <a:dk2>
        <a:srgbClr val="595959"/>
      </a:dk2>
      <a:lt2>
        <a:srgbClr val="EEEEEE"/>
      </a:lt2>
      <a:accent1>
        <a:srgbClr val="44C5C8"/>
      </a:accent1>
      <a:accent2>
        <a:srgbClr val="67D1D3"/>
      </a:accent2>
      <a:accent3>
        <a:srgbClr val="8DDCDE"/>
      </a:accent3>
      <a:accent4>
        <a:srgbClr val="BAEAEA"/>
      </a:accent4>
      <a:accent5>
        <a:srgbClr val="C8EEF0"/>
      </a:accent5>
      <a:accent6>
        <a:srgbClr val="EBF9F9"/>
      </a:accent6>
      <a:hlink>
        <a:srgbClr val="44C5C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880</Words>
  <Application>Microsoft Office PowerPoint</Application>
  <PresentationFormat>On-screen Show (16:9)</PresentationFormat>
  <Paragraphs>93</Paragraphs>
  <Slides>14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Oswald</vt:lpstr>
      <vt:lpstr>Open Sans</vt:lpstr>
      <vt:lpstr>Cambria Math</vt:lpstr>
      <vt:lpstr>Public Hospital by Slidesgo</vt:lpstr>
      <vt:lpstr>Nurse Staffing Optimization</vt:lpstr>
      <vt:lpstr>01</vt:lpstr>
      <vt:lpstr>INTRODUCTION</vt:lpstr>
      <vt:lpstr>PROBLEM STATEMENT</vt:lpstr>
      <vt:lpstr>OBJECTIVES</vt:lpstr>
      <vt:lpstr>DATASET OVERVIEW</vt:lpstr>
      <vt:lpstr>DECISION VARIABLES</vt:lpstr>
      <vt:lpstr>CONSTRAINTS</vt:lpstr>
      <vt:lpstr>OBJECTIVE FUNCTION</vt:lpstr>
      <vt:lpstr>OPTIMIZATION</vt:lpstr>
      <vt:lpstr>METHODOLOGY</vt:lpstr>
      <vt:lpstr>FINAL RESULTS:</vt:lpstr>
      <vt:lpstr>TEAM MEMBERS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Arjun</dc:creator>
  <cp:lastModifiedBy>Malikarjunarao G</cp:lastModifiedBy>
  <cp:revision>10</cp:revision>
  <dcterms:modified xsi:type="dcterms:W3CDTF">2025-10-25T08:07:12Z</dcterms:modified>
</cp:coreProperties>
</file>